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6" r:id="rId5"/>
    <p:sldId id="267" r:id="rId6"/>
    <p:sldId id="268" r:id="rId7"/>
    <p:sldId id="265" r:id="rId8"/>
  </p:sldIdLst>
  <p:sldSz cx="8999538" cy="5040313"/>
  <p:notesSz cx="6858000" cy="9144000"/>
  <p:embeddedFontLst>
    <p:embeddedFont>
      <p:font typeface="Montserrat" pitchFamily="2" charset="0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289">
          <p15:clr>
            <a:srgbClr val="747775"/>
          </p15:clr>
        </p15:guide>
        <p15:guide id="2" orient="horz" pos="3028">
          <p15:clr>
            <a:srgbClr val="747775"/>
          </p15:clr>
        </p15:guide>
        <p15:guide id="3" orient="horz" pos="534">
          <p15:clr>
            <a:srgbClr val="747775"/>
          </p15:clr>
        </p15:guide>
        <p15:guide id="4" orient="horz" pos="843">
          <p15:clr>
            <a:srgbClr val="747775"/>
          </p15:clr>
        </p15:guide>
        <p15:guide id="5" orient="horz" pos="283">
          <p15:clr>
            <a:srgbClr val="747775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0" roundtripDataSignature="AMtx7mjolwsOvHVWzx2DO4GooPe/aFWZk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18"/>
  </p:normalViewPr>
  <p:slideViewPr>
    <p:cSldViewPr snapToGrid="0">
      <p:cViewPr varScale="1">
        <p:scale>
          <a:sx n="120" d="100"/>
          <a:sy n="120" d="100"/>
        </p:scale>
        <p:origin x="720" y="184"/>
      </p:cViewPr>
      <p:guideLst>
        <p:guide pos="289"/>
        <p:guide orient="horz" pos="3028"/>
        <p:guide orient="horz" pos="534"/>
        <p:guide orient="horz" pos="843"/>
        <p:guide orient="horz" pos="28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2" Type="http://schemas.openxmlformats.org/officeDocument/2006/relationships/slide" Target="slides/slide1.xml"/><Relationship Id="rId20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23" Type="http://schemas.openxmlformats.org/officeDocument/2006/relationships/theme" Target="theme/theme1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67712" y="685800"/>
            <a:ext cx="6123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59760894-C28B-DBDD-73FB-EB91E6F80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:notes">
            <a:extLst>
              <a:ext uri="{FF2B5EF4-FFF2-40B4-BE49-F238E27FC236}">
                <a16:creationId xmlns:a16="http://schemas.microsoft.com/office/drawing/2014/main" id="{8A102E28-038C-CD5F-2B1E-97A5ACF715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9:notes">
            <a:extLst>
              <a:ext uri="{FF2B5EF4-FFF2-40B4-BE49-F238E27FC236}">
                <a16:creationId xmlns:a16="http://schemas.microsoft.com/office/drawing/2014/main" id="{21324ECB-EB14-8036-577D-B218259778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896824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EE53A3A5-3878-AFFF-5CA0-6E86D2F0B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:notes">
            <a:extLst>
              <a:ext uri="{FF2B5EF4-FFF2-40B4-BE49-F238E27FC236}">
                <a16:creationId xmlns:a16="http://schemas.microsoft.com/office/drawing/2014/main" id="{AF79CFD4-168C-3911-85AF-05D29044ED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9:notes">
            <a:extLst>
              <a:ext uri="{FF2B5EF4-FFF2-40B4-BE49-F238E27FC236}">
                <a16:creationId xmlns:a16="http://schemas.microsoft.com/office/drawing/2014/main" id="{097D173B-3AE6-F8BF-B9B7-700215CFDE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62013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99C8B135-2BF2-D5DD-44D2-A75240D53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:notes">
            <a:extLst>
              <a:ext uri="{FF2B5EF4-FFF2-40B4-BE49-F238E27FC236}">
                <a16:creationId xmlns:a16="http://schemas.microsoft.com/office/drawing/2014/main" id="{6062B4BB-7728-81AD-9AE7-E5DC89529F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9:notes">
            <a:extLst>
              <a:ext uri="{FF2B5EF4-FFF2-40B4-BE49-F238E27FC236}">
                <a16:creationId xmlns:a16="http://schemas.microsoft.com/office/drawing/2014/main" id="{6C2FBB3A-0433-A902-5684-ECC2EDB8EE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730750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68300" y="685800"/>
            <a:ext cx="6122988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9" name="Google Shape;139;p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0"/>
          <p:cNvSpPr txBox="1">
            <a:spLocks noGrp="1"/>
          </p:cNvSpPr>
          <p:nvPr>
            <p:ph type="ctrTitle"/>
          </p:nvPr>
        </p:nvSpPr>
        <p:spPr>
          <a:xfrm>
            <a:off x="306800" y="729592"/>
            <a:ext cx="8386500" cy="20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30"/>
          <p:cNvSpPr txBox="1">
            <a:spLocks noGrp="1"/>
          </p:cNvSpPr>
          <p:nvPr>
            <p:ph type="subTitle" idx="1"/>
          </p:nvPr>
        </p:nvSpPr>
        <p:spPr>
          <a:xfrm>
            <a:off x="306791" y="2777095"/>
            <a:ext cx="8386500" cy="77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30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1"/>
          <p:cNvSpPr txBox="1">
            <a:spLocks noGrp="1"/>
          </p:cNvSpPr>
          <p:nvPr>
            <p:ph type="title"/>
          </p:nvPr>
        </p:nvSpPr>
        <p:spPr>
          <a:xfrm>
            <a:off x="306791" y="2107570"/>
            <a:ext cx="8386500" cy="8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1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2"/>
          <p:cNvSpPr txBox="1">
            <a:spLocks noGrp="1"/>
          </p:cNvSpPr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2"/>
          <p:cNvSpPr txBox="1">
            <a:spLocks noGrp="1"/>
          </p:cNvSpPr>
          <p:nvPr>
            <p:ph type="body" idx="1"/>
          </p:nvPr>
        </p:nvSpPr>
        <p:spPr>
          <a:xfrm>
            <a:off x="306791" y="1129284"/>
            <a:ext cx="8386500" cy="3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32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3"/>
          <p:cNvSpPr txBox="1">
            <a:spLocks noGrp="1"/>
          </p:cNvSpPr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3"/>
          <p:cNvSpPr txBox="1">
            <a:spLocks noGrp="1"/>
          </p:cNvSpPr>
          <p:nvPr>
            <p:ph type="body" idx="1"/>
          </p:nvPr>
        </p:nvSpPr>
        <p:spPr>
          <a:xfrm>
            <a:off x="306791" y="1129284"/>
            <a:ext cx="3936900" cy="3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33"/>
          <p:cNvSpPr txBox="1">
            <a:spLocks noGrp="1"/>
          </p:cNvSpPr>
          <p:nvPr>
            <p:ph type="body" idx="2"/>
          </p:nvPr>
        </p:nvSpPr>
        <p:spPr>
          <a:xfrm>
            <a:off x="4756299" y="1129284"/>
            <a:ext cx="3936900" cy="3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33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4"/>
          <p:cNvSpPr txBox="1">
            <a:spLocks noGrp="1"/>
          </p:cNvSpPr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4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5"/>
          <p:cNvSpPr txBox="1">
            <a:spLocks noGrp="1"/>
          </p:cNvSpPr>
          <p:nvPr>
            <p:ph type="title"/>
          </p:nvPr>
        </p:nvSpPr>
        <p:spPr>
          <a:xfrm>
            <a:off x="306791" y="544420"/>
            <a:ext cx="2763900" cy="74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35"/>
          <p:cNvSpPr txBox="1">
            <a:spLocks noGrp="1"/>
          </p:cNvSpPr>
          <p:nvPr>
            <p:ph type="body" idx="1"/>
          </p:nvPr>
        </p:nvSpPr>
        <p:spPr>
          <a:xfrm>
            <a:off x="306791" y="1361638"/>
            <a:ext cx="2763900" cy="31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35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6"/>
          <p:cNvSpPr txBox="1">
            <a:spLocks noGrp="1"/>
          </p:cNvSpPr>
          <p:nvPr>
            <p:ph type="title"/>
          </p:nvPr>
        </p:nvSpPr>
        <p:spPr>
          <a:xfrm>
            <a:off x="482530" y="441092"/>
            <a:ext cx="6267600" cy="40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36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7"/>
          <p:cNvSpPr/>
          <p:nvPr/>
        </p:nvSpPr>
        <p:spPr>
          <a:xfrm>
            <a:off x="4500000" y="-122"/>
            <a:ext cx="4500000" cy="504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37"/>
          <p:cNvSpPr txBox="1">
            <a:spLocks noGrp="1"/>
          </p:cNvSpPr>
          <p:nvPr>
            <p:ph type="title"/>
          </p:nvPr>
        </p:nvSpPr>
        <p:spPr>
          <a:xfrm>
            <a:off x="261319" y="1208360"/>
            <a:ext cx="3981600" cy="14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37"/>
          <p:cNvSpPr txBox="1">
            <a:spLocks noGrp="1"/>
          </p:cNvSpPr>
          <p:nvPr>
            <p:ph type="subTitle" idx="1"/>
          </p:nvPr>
        </p:nvSpPr>
        <p:spPr>
          <a:xfrm>
            <a:off x="261319" y="2746670"/>
            <a:ext cx="3981600" cy="12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37"/>
          <p:cNvSpPr txBox="1">
            <a:spLocks noGrp="1"/>
          </p:cNvSpPr>
          <p:nvPr>
            <p:ph type="body" idx="2"/>
          </p:nvPr>
        </p:nvSpPr>
        <p:spPr>
          <a:xfrm>
            <a:off x="4861713" y="709505"/>
            <a:ext cx="3776700" cy="362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37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8"/>
          <p:cNvSpPr txBox="1">
            <a:spLocks noGrp="1"/>
          </p:cNvSpPr>
          <p:nvPr>
            <p:ph type="body" idx="1"/>
          </p:nvPr>
        </p:nvSpPr>
        <p:spPr>
          <a:xfrm>
            <a:off x="306791" y="4145445"/>
            <a:ext cx="59043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38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9"/>
          <p:cNvSpPr txBox="1">
            <a:spLocks noGrp="1"/>
          </p:cNvSpPr>
          <p:nvPr>
            <p:ph type="title" hasCustomPrompt="1"/>
          </p:nvPr>
        </p:nvSpPr>
        <p:spPr>
          <a:xfrm>
            <a:off x="306791" y="1083867"/>
            <a:ext cx="8386500" cy="192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39"/>
          <p:cNvSpPr txBox="1">
            <a:spLocks noGrp="1"/>
          </p:cNvSpPr>
          <p:nvPr>
            <p:ph type="body" idx="1"/>
          </p:nvPr>
        </p:nvSpPr>
        <p:spPr>
          <a:xfrm>
            <a:off x="306791" y="3088794"/>
            <a:ext cx="8386500" cy="127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39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0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9"/>
          <p:cNvSpPr txBox="1">
            <a:spLocks noGrp="1"/>
          </p:cNvSpPr>
          <p:nvPr>
            <p:ph type="title"/>
          </p:nvPr>
        </p:nvSpPr>
        <p:spPr>
          <a:xfrm>
            <a:off x="306791" y="436070"/>
            <a:ext cx="8386500" cy="5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9"/>
          <p:cNvSpPr txBox="1">
            <a:spLocks noGrp="1"/>
          </p:cNvSpPr>
          <p:nvPr>
            <p:ph type="body" idx="1"/>
          </p:nvPr>
        </p:nvSpPr>
        <p:spPr>
          <a:xfrm>
            <a:off x="306791" y="1129284"/>
            <a:ext cx="8386500" cy="3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29"/>
          <p:cNvSpPr txBox="1">
            <a:spLocks noGrp="1"/>
          </p:cNvSpPr>
          <p:nvPr>
            <p:ph type="sldNum" idx="12"/>
          </p:nvPr>
        </p:nvSpPr>
        <p:spPr>
          <a:xfrm>
            <a:off x="8339033" y="4569381"/>
            <a:ext cx="540000" cy="3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25df293e85c63bb5b8.gradio.live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/>
          <p:nvPr/>
        </p:nvSpPr>
        <p:spPr>
          <a:xfrm>
            <a:off x="0" y="0"/>
            <a:ext cx="9000000" cy="5040000"/>
          </a:xfrm>
          <a:prstGeom prst="rect">
            <a:avLst/>
          </a:prstGeom>
          <a:solidFill>
            <a:srgbClr val="123194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"/>
          <p:cNvSpPr txBox="1"/>
          <p:nvPr/>
        </p:nvSpPr>
        <p:spPr>
          <a:xfrm>
            <a:off x="348858" y="3853497"/>
            <a:ext cx="7347300" cy="11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0" i="0" u="none" strike="noStrike" cap="none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Ваганов А.А.</a:t>
            </a:r>
            <a:endParaRPr sz="1600" b="0" i="0" u="none" strike="noStrike" cap="none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Валова Е.В.</a:t>
            </a:r>
            <a:endParaRPr sz="1600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" sz="1600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Волык И.Я.</a:t>
            </a:r>
            <a:endParaRPr sz="1600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6" name="Google Shape;56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29623" y="156412"/>
            <a:ext cx="847909" cy="415398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"/>
          <p:cNvSpPr txBox="1"/>
          <p:nvPr/>
        </p:nvSpPr>
        <p:spPr>
          <a:xfrm>
            <a:off x="337836" y="357677"/>
            <a:ext cx="7347300" cy="11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SzPts val="5700"/>
            </a:pPr>
            <a:r>
              <a:rPr lang="ru-RU" sz="3000" b="1" dirty="0">
                <a:solidFill>
                  <a:schemeClr val="lt1"/>
                </a:solidFill>
                <a:latin typeface="Montserrat"/>
              </a:rPr>
              <a:t>Проектный практикум 2025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00"/>
              <a:buFont typeface="Arial"/>
              <a:buNone/>
            </a:pPr>
            <a:r>
              <a:rPr lang="ru-RU" sz="3000" b="1" i="0" u="none" strike="noStrike" cap="none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Кейс 2: оценка мобильного приложения</a:t>
            </a:r>
          </a:p>
        </p:txBody>
      </p:sp>
      <p:pic>
        <p:nvPicPr>
          <p:cNvPr id="58" name="Google Shape;58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27305" y="793440"/>
            <a:ext cx="5270740" cy="914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5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2800" b="1" dirty="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Команда</a:t>
            </a:r>
            <a:endParaRPr sz="2800" b="1" i="0" u="none" strike="noStrike" cap="none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9BACE3BC-1767-6ACA-E755-DBF59CEA4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1579001"/>
              </p:ext>
            </p:extLst>
          </p:nvPr>
        </p:nvGraphicFramePr>
        <p:xfrm>
          <a:off x="368557" y="1339942"/>
          <a:ext cx="8041796" cy="2732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9099">
                  <a:extLst>
                    <a:ext uri="{9D8B030D-6E8A-4147-A177-3AD203B41FA5}">
                      <a16:colId xmlns:a16="http://schemas.microsoft.com/office/drawing/2014/main" val="1492242943"/>
                    </a:ext>
                  </a:extLst>
                </a:gridCol>
                <a:gridCol w="6432697">
                  <a:extLst>
                    <a:ext uri="{9D8B030D-6E8A-4147-A177-3AD203B41FA5}">
                      <a16:colId xmlns:a16="http://schemas.microsoft.com/office/drawing/2014/main" val="2736254629"/>
                    </a:ext>
                  </a:extLst>
                </a:gridCol>
              </a:tblGrid>
              <a:tr h="683082">
                <a:tc>
                  <a:txBody>
                    <a:bodyPr/>
                    <a:lstStyle/>
                    <a:p>
                      <a:r>
                        <a:rPr lang="ru-RU" dirty="0"/>
                        <a:t>Студент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Роль и задачи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18103"/>
                  </a:ext>
                </a:extLst>
              </a:tr>
              <a:tr h="6830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dirty="0">
                          <a:sym typeface="Montserrat"/>
                        </a:rPr>
                        <a:t>Ваганов А.А.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7768129"/>
                  </a:ext>
                </a:extLst>
              </a:tr>
              <a:tr h="6830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dirty="0">
                          <a:sym typeface="Montserrat"/>
                        </a:rPr>
                        <a:t>Валова Е.В.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6969602"/>
                  </a:ext>
                </a:extLst>
              </a:tr>
              <a:tr h="6830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dirty="0" err="1">
                          <a:sym typeface="Montserrat"/>
                        </a:rPr>
                        <a:t>Волык</a:t>
                      </a:r>
                      <a:r>
                        <a:rPr lang="ru-RU" dirty="0">
                          <a:sym typeface="Montserrat"/>
                        </a:rPr>
                        <a:t> И.Я.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8070450"/>
                  </a:ext>
                </a:extLst>
              </a:tr>
            </a:tbl>
          </a:graphicData>
        </a:graphic>
      </p:graphicFrame>
      <p:pic>
        <p:nvPicPr>
          <p:cNvPr id="4" name="Google Shape;99;p22">
            <a:extLst>
              <a:ext uri="{FF2B5EF4-FFF2-40B4-BE49-F238E27FC236}">
                <a16:creationId xmlns:a16="http://schemas.microsoft.com/office/drawing/2014/main" id="{2A30E5E8-CD26-CDC4-F102-2794896D0E1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23113" y="2916238"/>
            <a:ext cx="1876425" cy="2124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9"/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2800" b="1" dirty="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Информация о данных</a:t>
            </a:r>
            <a:endParaRPr sz="2800" b="1" i="0" u="none" strike="noStrike" cap="none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" name="Google Shape;96;p22">
            <a:extLst>
              <a:ext uri="{FF2B5EF4-FFF2-40B4-BE49-F238E27FC236}">
                <a16:creationId xmlns:a16="http://schemas.microsoft.com/office/drawing/2014/main" id="{24595572-A273-E985-2C78-C54325675C6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50746" y="3578323"/>
            <a:ext cx="1838325" cy="1381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440068FA-1AA6-BC96-913A-F915FCB4E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9">
            <a:extLst>
              <a:ext uri="{FF2B5EF4-FFF2-40B4-BE49-F238E27FC236}">
                <a16:creationId xmlns:a16="http://schemas.microsoft.com/office/drawing/2014/main" id="{90CBCB63-C4CD-3E6F-2CD3-D8AEF7C224AF}"/>
              </a:ext>
            </a:extLst>
          </p:cNvPr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2800" b="1" i="0" u="none" strike="noStrike" cap="none" dirty="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Сформулированные гипотезы</a:t>
            </a:r>
            <a:endParaRPr sz="2800" b="1" i="0" u="none" strike="noStrike" cap="none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" name="Google Shape;95;p22">
            <a:extLst>
              <a:ext uri="{FF2B5EF4-FFF2-40B4-BE49-F238E27FC236}">
                <a16:creationId xmlns:a16="http://schemas.microsoft.com/office/drawing/2014/main" id="{6C9F1E0C-9479-2A90-98EA-822301EFB8C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8558" y="2520156"/>
            <a:ext cx="1619250" cy="19716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96805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1F77497F-0F43-E8FB-0CDD-32ECDFE82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9">
            <a:extLst>
              <a:ext uri="{FF2B5EF4-FFF2-40B4-BE49-F238E27FC236}">
                <a16:creationId xmlns:a16="http://schemas.microsoft.com/office/drawing/2014/main" id="{ED79AC03-D979-E4B4-92EE-99B452453C75}"/>
              </a:ext>
            </a:extLst>
          </p:cNvPr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" sz="2800" b="1" i="0" u="none" strike="noStrike" cap="none" dirty="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</a:rPr>
              <a:t>Визуализация для проверки гипотез</a:t>
            </a:r>
            <a:endParaRPr sz="2800" b="1" i="0" u="none" strike="noStrike" cap="none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" name="Google Shape;97;p22">
            <a:extLst>
              <a:ext uri="{FF2B5EF4-FFF2-40B4-BE49-F238E27FC236}">
                <a16:creationId xmlns:a16="http://schemas.microsoft.com/office/drawing/2014/main" id="{DEE2AE08-83C6-6FDF-A025-1EADB58B102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863756" y="635762"/>
            <a:ext cx="1828800" cy="415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54276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226AD5B5-88F3-AD48-722F-AACF672C0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9">
            <a:extLst>
              <a:ext uri="{FF2B5EF4-FFF2-40B4-BE49-F238E27FC236}">
                <a16:creationId xmlns:a16="http://schemas.microsoft.com/office/drawing/2014/main" id="{1F2E4747-9D57-514D-2391-A7AC1BB70C09}"/>
              </a:ext>
            </a:extLst>
          </p:cNvPr>
          <p:cNvSpPr txBox="1"/>
          <p:nvPr/>
        </p:nvSpPr>
        <p:spPr>
          <a:xfrm>
            <a:off x="368558" y="285105"/>
            <a:ext cx="8247900" cy="7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-RU" sz="2800" b="1" dirty="0" err="1">
                <a:solidFill>
                  <a:srgbClr val="123194"/>
                </a:solidFill>
                <a:latin typeface="Montserrat"/>
              </a:rPr>
              <a:t>Дашборд</a:t>
            </a:r>
            <a:r>
              <a:rPr lang="ru-RU" sz="2800" b="1" dirty="0">
                <a:solidFill>
                  <a:srgbClr val="123194"/>
                </a:solidFill>
                <a:latin typeface="Montserrat"/>
              </a:rPr>
              <a:t> в </a:t>
            </a:r>
            <a:r>
              <a:rPr lang="en" sz="2800" b="1" dirty="0" err="1">
                <a:solidFill>
                  <a:srgbClr val="123194"/>
                </a:solidFill>
                <a:latin typeface="Montserrat"/>
              </a:rPr>
              <a:t>Gradio</a:t>
            </a:r>
            <a:endParaRPr lang="ru-RU" sz="2800" b="1" dirty="0">
              <a:solidFill>
                <a:srgbClr val="123194"/>
              </a:solidFill>
              <a:latin typeface="Montserrat"/>
              <a:sym typeface="Montserrat"/>
            </a:endParaRPr>
          </a:p>
        </p:txBody>
      </p:sp>
      <p:pic>
        <p:nvPicPr>
          <p:cNvPr id="2" name="Google Shape;98;p22">
            <a:extLst>
              <a:ext uri="{FF2B5EF4-FFF2-40B4-BE49-F238E27FC236}">
                <a16:creationId xmlns:a16="http://schemas.microsoft.com/office/drawing/2014/main" id="{8C274229-816F-18D2-0AD0-A305C4F12DA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9856" y="3220363"/>
            <a:ext cx="2038350" cy="16287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77;p8">
            <a:extLst>
              <a:ext uri="{FF2B5EF4-FFF2-40B4-BE49-F238E27FC236}">
                <a16:creationId xmlns:a16="http://schemas.microsoft.com/office/drawing/2014/main" id="{8F6A4710-2131-9B26-C40A-69C6B6D8480C}"/>
              </a:ext>
            </a:extLst>
          </p:cNvPr>
          <p:cNvSpPr txBox="1"/>
          <p:nvPr/>
        </p:nvSpPr>
        <p:spPr>
          <a:xfrm>
            <a:off x="368558" y="1255108"/>
            <a:ext cx="8167800" cy="3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ru-RU" sz="3000" b="0" i="0" u="none" strike="noStrike" cap="none" dirty="0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Ссылка на </a:t>
            </a:r>
            <a:r>
              <a:rPr lang="ru-RU" sz="3000" b="0" i="0" u="none" strike="noStrike" cap="none" dirty="0" err="1">
                <a:solidFill>
                  <a:srgbClr val="123194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дашборд</a:t>
            </a:r>
            <a:endParaRPr lang="ru-RU" sz="3000" b="0" i="0" u="none" strike="noStrike" cap="none" dirty="0">
              <a:solidFill>
                <a:srgbClr val="12319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1181608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8"/>
          <p:cNvSpPr/>
          <p:nvPr/>
        </p:nvSpPr>
        <p:spPr>
          <a:xfrm>
            <a:off x="0" y="0"/>
            <a:ext cx="9000000" cy="5040000"/>
          </a:xfrm>
          <a:prstGeom prst="rect">
            <a:avLst/>
          </a:prstGeom>
          <a:solidFill>
            <a:srgbClr val="123194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2" name="Google Shape;142;p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9488" y="4491378"/>
            <a:ext cx="847909" cy="415398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8"/>
          <p:cNvSpPr txBox="1"/>
          <p:nvPr/>
        </p:nvSpPr>
        <p:spPr>
          <a:xfrm>
            <a:off x="348864" y="633388"/>
            <a:ext cx="7347300" cy="11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5700"/>
              <a:buFont typeface="Arial"/>
              <a:buNone/>
            </a:pPr>
            <a:r>
              <a:rPr lang="ru" sz="4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Спасибо</a:t>
            </a:r>
            <a:r>
              <a:rPr lang="ru" sz="4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br>
              <a:rPr lang="ru" sz="4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ru" sz="4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за внимание!</a:t>
            </a:r>
            <a:endParaRPr sz="40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44" name="Google Shape;144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58314" y="956815"/>
            <a:ext cx="4438650" cy="413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64</Words>
  <Application>Microsoft Macintosh PowerPoint</Application>
  <PresentationFormat>Произвольный</PresentationFormat>
  <Paragraphs>17</Paragraphs>
  <Slides>7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0" baseType="lpstr">
      <vt:lpstr>Montserrat</vt:lpstr>
      <vt:lpstr>Arial</vt:lpstr>
      <vt:lpstr>Simple Light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a13055</cp:lastModifiedBy>
  <cp:revision>3</cp:revision>
  <dcterms:modified xsi:type="dcterms:W3CDTF">2025-12-21T10:07:50Z</dcterms:modified>
</cp:coreProperties>
</file>