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Lst>
  <p:notesMasterIdLst>
    <p:notesMasterId r:id="rId12"/>
  </p:notesMasterIdLst>
  <p:sldIdLst>
    <p:sldId id="256" r:id="rId2"/>
    <p:sldId id="257" r:id="rId3"/>
    <p:sldId id="258" r:id="rId4"/>
    <p:sldId id="259" r:id="rId5"/>
    <p:sldId id="260" r:id="rId6"/>
    <p:sldId id="261" r:id="rId7"/>
    <p:sldId id="262" r:id="rId8"/>
    <p:sldId id="263" r:id="rId9"/>
    <p:sldId id="264" r:id="rId10"/>
    <p:sldId id="265" r:id="rId11"/>
  </p:sldIdLst>
  <p:sldSz cx="8999538" cy="5040313"/>
  <p:notesSz cx="6858000" cy="9144000"/>
  <p:embeddedFontLst>
    <p:embeddedFont>
      <p:font typeface="Montserrat" pitchFamily="2" charset="0"/>
      <p:regular r:id="rId13"/>
      <p:bold r:id="rId14"/>
      <p:italic r:id="rId15"/>
      <p:boldItalic r:id="rId16"/>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pos="289">
          <p15:clr>
            <a:srgbClr val="747775"/>
          </p15:clr>
        </p15:guide>
        <p15:guide id="2" orient="horz" pos="3028">
          <p15:clr>
            <a:srgbClr val="747775"/>
          </p15:clr>
        </p15:guide>
        <p15:guide id="3" orient="horz" pos="534">
          <p15:clr>
            <a:srgbClr val="747775"/>
          </p15:clr>
        </p15:guide>
        <p15:guide id="4" orient="horz" pos="843">
          <p15:clr>
            <a:srgbClr val="747775"/>
          </p15:clr>
        </p15:guide>
        <p15:guide id="5" orient="horz" pos="283">
          <p15:clr>
            <a:srgbClr val="747775"/>
          </p15:clr>
        </p15:guide>
      </p15:sldGuideLst>
    </p:ext>
    <p:ext uri="GoogleSlidesCustomDataVersion2">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20" roundtripDataSignature="AMtx7mjolwsOvHVWzx2DO4GooPe/aFWZkg=="/>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08"/>
    <p:restoredTop sz="94681"/>
  </p:normalViewPr>
  <p:slideViewPr>
    <p:cSldViewPr snapToGrid="0">
      <p:cViewPr varScale="1">
        <p:scale>
          <a:sx n="124" d="100"/>
          <a:sy n="124" d="100"/>
        </p:scale>
        <p:origin x="800" y="176"/>
      </p:cViewPr>
      <p:guideLst>
        <p:guide pos="289"/>
        <p:guide orient="horz" pos="3028"/>
        <p:guide orient="horz" pos="534"/>
        <p:guide orient="horz" pos="843"/>
        <p:guide orient="horz" pos="283"/>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font" Target="fonts/font1.fntdata"/><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font" Target="fonts/font4.fntdata"/><Relationship Id="rId20" Type="http://customschemas.google.com/relationships/presentationmetadata" Target="meta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font" Target="fonts/font3.fntdata"/><Relationship Id="rId23"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font" Target="fonts/font2.fntdata"/><Relationship Id="rId22"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67712" y="685800"/>
            <a:ext cx="61233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marR="0" lvl="0"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1pPr>
            <a:lvl2pPr marL="914400" marR="0" lvl="1"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2pPr>
            <a:lvl3pPr marL="1371600" marR="0" lvl="2"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3pPr>
            <a:lvl4pPr marL="1828800" marR="0" lvl="3"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4pPr>
            <a:lvl5pPr marL="2286000" marR="0" lvl="4"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5pPr>
            <a:lvl6pPr marL="2743200" marR="0" lvl="5"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6pPr>
            <a:lvl7pPr marL="3200400" marR="0" lvl="6"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7pPr>
            <a:lvl8pPr marL="3657600" marR="0" lvl="7"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8pPr>
            <a:lvl9pPr marL="4114800" marR="0" lvl="8"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p:cNvGrpSpPr/>
        <p:nvPr/>
      </p:nvGrpSpPr>
      <p:grpSpPr>
        <a:xfrm>
          <a:off x="0" y="0"/>
          <a:ext cx="0" cy="0"/>
          <a:chOff x="0" y="0"/>
          <a:chExt cx="0" cy="0"/>
        </a:xfrm>
      </p:grpSpPr>
      <p:sp>
        <p:nvSpPr>
          <p:cNvPr id="51" name="Google Shape;51;p1:notes"/>
          <p:cNvSpPr>
            <a:spLocks noGrp="1" noRot="1" noChangeAspect="1"/>
          </p:cNvSpPr>
          <p:nvPr>
            <p:ph type="sldImg" idx="2"/>
          </p:nvPr>
        </p:nvSpPr>
        <p:spPr>
          <a:xfrm>
            <a:off x="367712" y="685800"/>
            <a:ext cx="61233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52" name="Google Shape;52;p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9"/>
        <p:cNvGrpSpPr/>
        <p:nvPr/>
      </p:nvGrpSpPr>
      <p:grpSpPr>
        <a:xfrm>
          <a:off x="0" y="0"/>
          <a:ext cx="0" cy="0"/>
          <a:chOff x="0" y="0"/>
          <a:chExt cx="0" cy="0"/>
        </a:xfrm>
      </p:grpSpPr>
      <p:sp>
        <p:nvSpPr>
          <p:cNvPr id="60" name="Google Shape;60;p5:notes"/>
          <p:cNvSpPr>
            <a:spLocks noGrp="1" noRot="1" noChangeAspect="1"/>
          </p:cNvSpPr>
          <p:nvPr>
            <p:ph type="sldImg" idx="2"/>
          </p:nvPr>
        </p:nvSpPr>
        <p:spPr>
          <a:xfrm>
            <a:off x="367712" y="685800"/>
            <a:ext cx="61233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61" name="Google Shape;61;p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5"/>
        <p:cNvGrpSpPr/>
        <p:nvPr/>
      </p:nvGrpSpPr>
      <p:grpSpPr>
        <a:xfrm>
          <a:off x="0" y="0"/>
          <a:ext cx="0" cy="0"/>
          <a:chOff x="0" y="0"/>
          <a:chExt cx="0" cy="0"/>
        </a:xfrm>
      </p:grpSpPr>
      <p:sp>
        <p:nvSpPr>
          <p:cNvPr id="66" name="Google Shape;66;p9:notes"/>
          <p:cNvSpPr>
            <a:spLocks noGrp="1" noRot="1" noChangeAspect="1"/>
          </p:cNvSpPr>
          <p:nvPr>
            <p:ph type="sldImg" idx="2"/>
          </p:nvPr>
        </p:nvSpPr>
        <p:spPr>
          <a:xfrm>
            <a:off x="367712" y="685800"/>
            <a:ext cx="61233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67" name="Google Shape;67;p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2"/>
        <p:cNvGrpSpPr/>
        <p:nvPr/>
      </p:nvGrpSpPr>
      <p:grpSpPr>
        <a:xfrm>
          <a:off x="0" y="0"/>
          <a:ext cx="0" cy="0"/>
          <a:chOff x="0" y="0"/>
          <a:chExt cx="0" cy="0"/>
        </a:xfrm>
      </p:grpSpPr>
      <p:sp>
        <p:nvSpPr>
          <p:cNvPr id="73" name="Google Shape;73;p8:notes"/>
          <p:cNvSpPr>
            <a:spLocks noGrp="1" noRot="1" noChangeAspect="1"/>
          </p:cNvSpPr>
          <p:nvPr>
            <p:ph type="sldImg" idx="2"/>
          </p:nvPr>
        </p:nvSpPr>
        <p:spPr>
          <a:xfrm>
            <a:off x="367712" y="685800"/>
            <a:ext cx="61233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74" name="Google Shape;74;p8: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
        <p:cNvGrpSpPr/>
        <p:nvPr/>
      </p:nvGrpSpPr>
      <p:grpSpPr>
        <a:xfrm>
          <a:off x="0" y="0"/>
          <a:ext cx="0" cy="0"/>
          <a:chOff x="0" y="0"/>
          <a:chExt cx="0" cy="0"/>
        </a:xfrm>
      </p:grpSpPr>
      <p:sp>
        <p:nvSpPr>
          <p:cNvPr id="79" name="Google Shape;79;p20:notes"/>
          <p:cNvSpPr>
            <a:spLocks noGrp="1" noRot="1" noChangeAspect="1"/>
          </p:cNvSpPr>
          <p:nvPr>
            <p:ph type="sldImg" idx="2"/>
          </p:nvPr>
        </p:nvSpPr>
        <p:spPr>
          <a:xfrm>
            <a:off x="367712" y="685800"/>
            <a:ext cx="61233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80" name="Google Shape;80;p2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7"/>
        <p:cNvGrpSpPr/>
        <p:nvPr/>
      </p:nvGrpSpPr>
      <p:grpSpPr>
        <a:xfrm>
          <a:off x="0" y="0"/>
          <a:ext cx="0" cy="0"/>
          <a:chOff x="0" y="0"/>
          <a:chExt cx="0" cy="0"/>
        </a:xfrm>
      </p:grpSpPr>
      <p:sp>
        <p:nvSpPr>
          <p:cNvPr id="88" name="Google Shape;88;p22:notes"/>
          <p:cNvSpPr>
            <a:spLocks noGrp="1" noRot="1" noChangeAspect="1"/>
          </p:cNvSpPr>
          <p:nvPr>
            <p:ph type="sldImg" idx="2"/>
          </p:nvPr>
        </p:nvSpPr>
        <p:spPr>
          <a:xfrm>
            <a:off x="367712" y="685800"/>
            <a:ext cx="61233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89" name="Google Shape;89;p2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1"/>
        <p:cNvGrpSpPr/>
        <p:nvPr/>
      </p:nvGrpSpPr>
      <p:grpSpPr>
        <a:xfrm>
          <a:off x="0" y="0"/>
          <a:ext cx="0" cy="0"/>
          <a:chOff x="0" y="0"/>
          <a:chExt cx="0" cy="0"/>
        </a:xfrm>
      </p:grpSpPr>
      <p:sp>
        <p:nvSpPr>
          <p:cNvPr id="102" name="Google Shape;102;p23:notes"/>
          <p:cNvSpPr>
            <a:spLocks noGrp="1" noRot="1" noChangeAspect="1"/>
          </p:cNvSpPr>
          <p:nvPr>
            <p:ph type="sldImg" idx="2"/>
          </p:nvPr>
        </p:nvSpPr>
        <p:spPr>
          <a:xfrm>
            <a:off x="367712" y="685800"/>
            <a:ext cx="61233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03" name="Google Shape;103;p2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1"/>
        <p:cNvGrpSpPr/>
        <p:nvPr/>
      </p:nvGrpSpPr>
      <p:grpSpPr>
        <a:xfrm>
          <a:off x="0" y="0"/>
          <a:ext cx="0" cy="0"/>
          <a:chOff x="0" y="0"/>
          <a:chExt cx="0" cy="0"/>
        </a:xfrm>
      </p:grpSpPr>
      <p:sp>
        <p:nvSpPr>
          <p:cNvPr id="112" name="Google Shape;112;p24:notes"/>
          <p:cNvSpPr>
            <a:spLocks noGrp="1" noRot="1" noChangeAspect="1"/>
          </p:cNvSpPr>
          <p:nvPr>
            <p:ph type="sldImg" idx="2"/>
          </p:nvPr>
        </p:nvSpPr>
        <p:spPr>
          <a:xfrm>
            <a:off x="367712" y="685800"/>
            <a:ext cx="61233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13" name="Google Shape;113;p2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6"/>
        <p:cNvGrpSpPr/>
        <p:nvPr/>
      </p:nvGrpSpPr>
      <p:grpSpPr>
        <a:xfrm>
          <a:off x="0" y="0"/>
          <a:ext cx="0" cy="0"/>
          <a:chOff x="0" y="0"/>
          <a:chExt cx="0" cy="0"/>
        </a:xfrm>
      </p:grpSpPr>
      <p:sp>
        <p:nvSpPr>
          <p:cNvPr id="127" name="Google Shape;127;p25:notes"/>
          <p:cNvSpPr>
            <a:spLocks noGrp="1" noRot="1" noChangeAspect="1"/>
          </p:cNvSpPr>
          <p:nvPr>
            <p:ph type="sldImg" idx="2"/>
          </p:nvPr>
        </p:nvSpPr>
        <p:spPr>
          <a:xfrm>
            <a:off x="367712" y="685800"/>
            <a:ext cx="61233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28" name="Google Shape;128;p2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7"/>
        <p:cNvGrpSpPr/>
        <p:nvPr/>
      </p:nvGrpSpPr>
      <p:grpSpPr>
        <a:xfrm>
          <a:off x="0" y="0"/>
          <a:ext cx="0" cy="0"/>
          <a:chOff x="0" y="0"/>
          <a:chExt cx="0" cy="0"/>
        </a:xfrm>
      </p:grpSpPr>
      <p:sp>
        <p:nvSpPr>
          <p:cNvPr id="138" name="Google Shape;138;p28:notes"/>
          <p:cNvSpPr>
            <a:spLocks noGrp="1" noRot="1" noChangeAspect="1"/>
          </p:cNvSpPr>
          <p:nvPr>
            <p:ph type="sldImg" idx="2"/>
          </p:nvPr>
        </p:nvSpPr>
        <p:spPr>
          <a:xfrm>
            <a:off x="367712" y="685800"/>
            <a:ext cx="61233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39" name="Google Shape;139;p28: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30"/>
          <p:cNvSpPr txBox="1">
            <a:spLocks noGrp="1"/>
          </p:cNvSpPr>
          <p:nvPr>
            <p:ph type="ctrTitle"/>
          </p:nvPr>
        </p:nvSpPr>
        <p:spPr>
          <a:xfrm>
            <a:off x="306800" y="729592"/>
            <a:ext cx="8386500" cy="2011500"/>
          </a:xfrm>
          <a:prstGeom prst="rect">
            <a:avLst/>
          </a:prstGeom>
          <a:noFill/>
          <a:ln>
            <a:noFill/>
          </a:ln>
        </p:spPr>
        <p:txBody>
          <a:bodyPr spcFirstLastPara="1" wrap="square" lIns="91425" tIns="91425" rIns="91425" bIns="91425" anchor="b" anchorCtr="0">
            <a:noAutofit/>
          </a:bodyPr>
          <a:lstStyle>
            <a:lvl1pPr lvl="0" algn="ctr">
              <a:lnSpc>
                <a:spcPct val="100000"/>
              </a:lnSpc>
              <a:spcBef>
                <a:spcPts val="0"/>
              </a:spcBef>
              <a:spcAft>
                <a:spcPts val="0"/>
              </a:spcAft>
              <a:buSzPts val="5200"/>
              <a:buNone/>
              <a:defRPr sz="5200"/>
            </a:lvl1pPr>
            <a:lvl2pPr lvl="1" algn="ctr">
              <a:lnSpc>
                <a:spcPct val="100000"/>
              </a:lnSpc>
              <a:spcBef>
                <a:spcPts val="0"/>
              </a:spcBef>
              <a:spcAft>
                <a:spcPts val="0"/>
              </a:spcAft>
              <a:buSzPts val="5200"/>
              <a:buNone/>
              <a:defRPr sz="5200"/>
            </a:lvl2pPr>
            <a:lvl3pPr lvl="2" algn="ctr">
              <a:lnSpc>
                <a:spcPct val="100000"/>
              </a:lnSpc>
              <a:spcBef>
                <a:spcPts val="0"/>
              </a:spcBef>
              <a:spcAft>
                <a:spcPts val="0"/>
              </a:spcAft>
              <a:buSzPts val="5200"/>
              <a:buNone/>
              <a:defRPr sz="5200"/>
            </a:lvl3pPr>
            <a:lvl4pPr lvl="3" algn="ctr">
              <a:lnSpc>
                <a:spcPct val="100000"/>
              </a:lnSpc>
              <a:spcBef>
                <a:spcPts val="0"/>
              </a:spcBef>
              <a:spcAft>
                <a:spcPts val="0"/>
              </a:spcAft>
              <a:buSzPts val="5200"/>
              <a:buNone/>
              <a:defRPr sz="5200"/>
            </a:lvl4pPr>
            <a:lvl5pPr lvl="4" algn="ctr">
              <a:lnSpc>
                <a:spcPct val="100000"/>
              </a:lnSpc>
              <a:spcBef>
                <a:spcPts val="0"/>
              </a:spcBef>
              <a:spcAft>
                <a:spcPts val="0"/>
              </a:spcAft>
              <a:buSzPts val="5200"/>
              <a:buNone/>
              <a:defRPr sz="5200"/>
            </a:lvl5pPr>
            <a:lvl6pPr lvl="5" algn="ctr">
              <a:lnSpc>
                <a:spcPct val="100000"/>
              </a:lnSpc>
              <a:spcBef>
                <a:spcPts val="0"/>
              </a:spcBef>
              <a:spcAft>
                <a:spcPts val="0"/>
              </a:spcAft>
              <a:buSzPts val="5200"/>
              <a:buNone/>
              <a:defRPr sz="5200"/>
            </a:lvl6pPr>
            <a:lvl7pPr lvl="6" algn="ctr">
              <a:lnSpc>
                <a:spcPct val="100000"/>
              </a:lnSpc>
              <a:spcBef>
                <a:spcPts val="0"/>
              </a:spcBef>
              <a:spcAft>
                <a:spcPts val="0"/>
              </a:spcAft>
              <a:buSzPts val="5200"/>
              <a:buNone/>
              <a:defRPr sz="5200"/>
            </a:lvl7pPr>
            <a:lvl8pPr lvl="7" algn="ctr">
              <a:lnSpc>
                <a:spcPct val="100000"/>
              </a:lnSpc>
              <a:spcBef>
                <a:spcPts val="0"/>
              </a:spcBef>
              <a:spcAft>
                <a:spcPts val="0"/>
              </a:spcAft>
              <a:buSzPts val="5200"/>
              <a:buNone/>
              <a:defRPr sz="5200"/>
            </a:lvl8pPr>
            <a:lvl9pPr lvl="8" algn="ctr">
              <a:lnSpc>
                <a:spcPct val="100000"/>
              </a:lnSpc>
              <a:spcBef>
                <a:spcPts val="0"/>
              </a:spcBef>
              <a:spcAft>
                <a:spcPts val="0"/>
              </a:spcAft>
              <a:buSzPts val="5200"/>
              <a:buNone/>
              <a:defRPr sz="5200"/>
            </a:lvl9pPr>
          </a:lstStyle>
          <a:p>
            <a:endParaRPr/>
          </a:p>
        </p:txBody>
      </p:sp>
      <p:sp>
        <p:nvSpPr>
          <p:cNvPr id="11" name="Google Shape;11;p30"/>
          <p:cNvSpPr txBox="1">
            <a:spLocks noGrp="1"/>
          </p:cNvSpPr>
          <p:nvPr>
            <p:ph type="subTitle" idx="1"/>
          </p:nvPr>
        </p:nvSpPr>
        <p:spPr>
          <a:xfrm>
            <a:off x="306791" y="2777095"/>
            <a:ext cx="8386500" cy="776700"/>
          </a:xfrm>
          <a:prstGeom prst="rect">
            <a:avLst/>
          </a:prstGeom>
          <a:noFill/>
          <a:ln>
            <a:noFill/>
          </a:ln>
        </p:spPr>
        <p:txBody>
          <a:bodyPr spcFirstLastPara="1" wrap="square" lIns="91425" tIns="91425" rIns="91425" bIns="91425" anchor="t" anchorCtr="0">
            <a:no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2" name="Google Shape;12;p30"/>
          <p:cNvSpPr txBox="1">
            <a:spLocks noGrp="1"/>
          </p:cNvSpPr>
          <p:nvPr>
            <p:ph type="sldNum" idx="12"/>
          </p:nvPr>
        </p:nvSpPr>
        <p:spPr>
          <a:xfrm>
            <a:off x="8339033" y="4569381"/>
            <a:ext cx="540000" cy="3855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ru"/>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Google Shape;14;p31"/>
          <p:cNvSpPr txBox="1">
            <a:spLocks noGrp="1"/>
          </p:cNvSpPr>
          <p:nvPr>
            <p:ph type="title"/>
          </p:nvPr>
        </p:nvSpPr>
        <p:spPr>
          <a:xfrm>
            <a:off x="306791" y="2107570"/>
            <a:ext cx="8386500" cy="824700"/>
          </a:xfrm>
          <a:prstGeom prst="rect">
            <a:avLst/>
          </a:prstGeom>
          <a:noFill/>
          <a:ln>
            <a:noFill/>
          </a:ln>
        </p:spPr>
        <p:txBody>
          <a:bodyPr spcFirstLastPara="1" wrap="square" lIns="91425" tIns="91425" rIns="91425" bIns="91425" anchor="ctr" anchorCtr="0">
            <a:noAutofit/>
          </a:bodyPr>
          <a:lstStyle>
            <a:lvl1pPr lvl="0" algn="ctr">
              <a:lnSpc>
                <a:spcPct val="100000"/>
              </a:lnSpc>
              <a:spcBef>
                <a:spcPts val="0"/>
              </a:spcBef>
              <a:spcAft>
                <a:spcPts val="0"/>
              </a:spcAft>
              <a:buSzPts val="3600"/>
              <a:buNone/>
              <a:defRPr sz="3600"/>
            </a:lvl1pPr>
            <a:lvl2pPr lvl="1" algn="ctr">
              <a:lnSpc>
                <a:spcPct val="100000"/>
              </a:lnSpc>
              <a:spcBef>
                <a:spcPts val="0"/>
              </a:spcBef>
              <a:spcAft>
                <a:spcPts val="0"/>
              </a:spcAft>
              <a:buSzPts val="3600"/>
              <a:buNone/>
              <a:defRPr sz="3600"/>
            </a:lvl2pPr>
            <a:lvl3pPr lvl="2" algn="ctr">
              <a:lnSpc>
                <a:spcPct val="100000"/>
              </a:lnSpc>
              <a:spcBef>
                <a:spcPts val="0"/>
              </a:spcBef>
              <a:spcAft>
                <a:spcPts val="0"/>
              </a:spcAft>
              <a:buSzPts val="3600"/>
              <a:buNone/>
              <a:defRPr sz="3600"/>
            </a:lvl3pPr>
            <a:lvl4pPr lvl="3" algn="ctr">
              <a:lnSpc>
                <a:spcPct val="100000"/>
              </a:lnSpc>
              <a:spcBef>
                <a:spcPts val="0"/>
              </a:spcBef>
              <a:spcAft>
                <a:spcPts val="0"/>
              </a:spcAft>
              <a:buSzPts val="3600"/>
              <a:buNone/>
              <a:defRPr sz="3600"/>
            </a:lvl4pPr>
            <a:lvl5pPr lvl="4" algn="ctr">
              <a:lnSpc>
                <a:spcPct val="100000"/>
              </a:lnSpc>
              <a:spcBef>
                <a:spcPts val="0"/>
              </a:spcBef>
              <a:spcAft>
                <a:spcPts val="0"/>
              </a:spcAft>
              <a:buSzPts val="3600"/>
              <a:buNone/>
              <a:defRPr sz="3600"/>
            </a:lvl5pPr>
            <a:lvl6pPr lvl="5" algn="ctr">
              <a:lnSpc>
                <a:spcPct val="100000"/>
              </a:lnSpc>
              <a:spcBef>
                <a:spcPts val="0"/>
              </a:spcBef>
              <a:spcAft>
                <a:spcPts val="0"/>
              </a:spcAft>
              <a:buSzPts val="3600"/>
              <a:buNone/>
              <a:defRPr sz="3600"/>
            </a:lvl6pPr>
            <a:lvl7pPr lvl="6" algn="ctr">
              <a:lnSpc>
                <a:spcPct val="100000"/>
              </a:lnSpc>
              <a:spcBef>
                <a:spcPts val="0"/>
              </a:spcBef>
              <a:spcAft>
                <a:spcPts val="0"/>
              </a:spcAft>
              <a:buSzPts val="3600"/>
              <a:buNone/>
              <a:defRPr sz="3600"/>
            </a:lvl7pPr>
            <a:lvl8pPr lvl="7" algn="ctr">
              <a:lnSpc>
                <a:spcPct val="100000"/>
              </a:lnSpc>
              <a:spcBef>
                <a:spcPts val="0"/>
              </a:spcBef>
              <a:spcAft>
                <a:spcPts val="0"/>
              </a:spcAft>
              <a:buSzPts val="3600"/>
              <a:buNone/>
              <a:defRPr sz="3600"/>
            </a:lvl8pPr>
            <a:lvl9pPr lvl="8" algn="ctr">
              <a:lnSpc>
                <a:spcPct val="100000"/>
              </a:lnSpc>
              <a:spcBef>
                <a:spcPts val="0"/>
              </a:spcBef>
              <a:spcAft>
                <a:spcPts val="0"/>
              </a:spcAft>
              <a:buSzPts val="3600"/>
              <a:buNone/>
              <a:defRPr sz="3600"/>
            </a:lvl9pPr>
          </a:lstStyle>
          <a:p>
            <a:endParaRPr/>
          </a:p>
        </p:txBody>
      </p:sp>
      <p:sp>
        <p:nvSpPr>
          <p:cNvPr id="15" name="Google Shape;15;p31"/>
          <p:cNvSpPr txBox="1">
            <a:spLocks noGrp="1"/>
          </p:cNvSpPr>
          <p:nvPr>
            <p:ph type="sldNum" idx="12"/>
          </p:nvPr>
        </p:nvSpPr>
        <p:spPr>
          <a:xfrm>
            <a:off x="8339033" y="4569381"/>
            <a:ext cx="540000" cy="3855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ru"/>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6"/>
        <p:cNvGrpSpPr/>
        <p:nvPr/>
      </p:nvGrpSpPr>
      <p:grpSpPr>
        <a:xfrm>
          <a:off x="0" y="0"/>
          <a:ext cx="0" cy="0"/>
          <a:chOff x="0" y="0"/>
          <a:chExt cx="0" cy="0"/>
        </a:xfrm>
      </p:grpSpPr>
      <p:sp>
        <p:nvSpPr>
          <p:cNvPr id="17" name="Google Shape;17;p32"/>
          <p:cNvSpPr txBox="1">
            <a:spLocks noGrp="1"/>
          </p:cNvSpPr>
          <p:nvPr>
            <p:ph type="title"/>
          </p:nvPr>
        </p:nvSpPr>
        <p:spPr>
          <a:xfrm>
            <a:off x="306791" y="436070"/>
            <a:ext cx="8386500" cy="5613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18" name="Google Shape;18;p32"/>
          <p:cNvSpPr txBox="1">
            <a:spLocks noGrp="1"/>
          </p:cNvSpPr>
          <p:nvPr>
            <p:ph type="body" idx="1"/>
          </p:nvPr>
        </p:nvSpPr>
        <p:spPr>
          <a:xfrm>
            <a:off x="306791" y="1129284"/>
            <a:ext cx="8386500" cy="3347700"/>
          </a:xfrm>
          <a:prstGeom prst="rect">
            <a:avLst/>
          </a:prstGeom>
          <a:noFill/>
          <a:ln>
            <a:noFill/>
          </a:ln>
        </p:spPr>
        <p:txBody>
          <a:bodyPr spcFirstLastPara="1" wrap="square" lIns="91425" tIns="91425" rIns="91425" bIns="91425" anchor="t" anchorCtr="0">
            <a:noAutofit/>
          </a:bodyPr>
          <a:lstStyle>
            <a:lvl1pPr marL="457200" lvl="0" indent="-342900" algn="l">
              <a:lnSpc>
                <a:spcPct val="115000"/>
              </a:lnSpc>
              <a:spcBef>
                <a:spcPts val="0"/>
              </a:spcBef>
              <a:spcAft>
                <a:spcPts val="0"/>
              </a:spcAft>
              <a:buSzPts val="1800"/>
              <a:buChar char="●"/>
              <a:defRPr/>
            </a:lvl1pPr>
            <a:lvl2pPr marL="914400" lvl="1" indent="-317500" algn="l">
              <a:lnSpc>
                <a:spcPct val="115000"/>
              </a:lnSpc>
              <a:spcBef>
                <a:spcPts val="0"/>
              </a:spcBef>
              <a:spcAft>
                <a:spcPts val="0"/>
              </a:spcAft>
              <a:buSzPts val="1400"/>
              <a:buChar char="○"/>
              <a:defRPr/>
            </a:lvl2pPr>
            <a:lvl3pPr marL="1371600" lvl="2" indent="-317500" algn="l">
              <a:lnSpc>
                <a:spcPct val="115000"/>
              </a:lnSpc>
              <a:spcBef>
                <a:spcPts val="0"/>
              </a:spcBef>
              <a:spcAft>
                <a:spcPts val="0"/>
              </a:spcAft>
              <a:buSzPts val="1400"/>
              <a:buChar char="■"/>
              <a:defRPr/>
            </a:lvl3pPr>
            <a:lvl4pPr marL="1828800" lvl="3" indent="-317500" algn="l">
              <a:lnSpc>
                <a:spcPct val="115000"/>
              </a:lnSpc>
              <a:spcBef>
                <a:spcPts val="0"/>
              </a:spcBef>
              <a:spcAft>
                <a:spcPts val="0"/>
              </a:spcAft>
              <a:buSzPts val="1400"/>
              <a:buChar char="●"/>
              <a:defRPr/>
            </a:lvl4pPr>
            <a:lvl5pPr marL="2286000" lvl="4" indent="-317500" algn="l">
              <a:lnSpc>
                <a:spcPct val="115000"/>
              </a:lnSpc>
              <a:spcBef>
                <a:spcPts val="0"/>
              </a:spcBef>
              <a:spcAft>
                <a:spcPts val="0"/>
              </a:spcAft>
              <a:buSzPts val="1400"/>
              <a:buChar char="○"/>
              <a:defRPr/>
            </a:lvl5pPr>
            <a:lvl6pPr marL="2743200" lvl="5" indent="-317500" algn="l">
              <a:lnSpc>
                <a:spcPct val="115000"/>
              </a:lnSpc>
              <a:spcBef>
                <a:spcPts val="0"/>
              </a:spcBef>
              <a:spcAft>
                <a:spcPts val="0"/>
              </a:spcAft>
              <a:buSzPts val="1400"/>
              <a:buChar char="■"/>
              <a:defRPr/>
            </a:lvl6pPr>
            <a:lvl7pPr marL="3200400" lvl="6" indent="-317500" algn="l">
              <a:lnSpc>
                <a:spcPct val="115000"/>
              </a:lnSpc>
              <a:spcBef>
                <a:spcPts val="0"/>
              </a:spcBef>
              <a:spcAft>
                <a:spcPts val="0"/>
              </a:spcAft>
              <a:buSzPts val="1400"/>
              <a:buChar char="●"/>
              <a:defRPr/>
            </a:lvl7pPr>
            <a:lvl8pPr marL="3657600" lvl="7" indent="-317500" algn="l">
              <a:lnSpc>
                <a:spcPct val="115000"/>
              </a:lnSpc>
              <a:spcBef>
                <a:spcPts val="0"/>
              </a:spcBef>
              <a:spcAft>
                <a:spcPts val="0"/>
              </a:spcAft>
              <a:buSzPts val="1400"/>
              <a:buChar char="○"/>
              <a:defRPr/>
            </a:lvl8pPr>
            <a:lvl9pPr marL="4114800" lvl="8" indent="-317500" algn="l">
              <a:lnSpc>
                <a:spcPct val="115000"/>
              </a:lnSpc>
              <a:spcBef>
                <a:spcPts val="0"/>
              </a:spcBef>
              <a:spcAft>
                <a:spcPts val="0"/>
              </a:spcAft>
              <a:buSzPts val="1400"/>
              <a:buChar char="■"/>
              <a:defRPr/>
            </a:lvl9pPr>
          </a:lstStyle>
          <a:p>
            <a:endParaRPr/>
          </a:p>
        </p:txBody>
      </p:sp>
      <p:sp>
        <p:nvSpPr>
          <p:cNvPr id="19" name="Google Shape;19;p32"/>
          <p:cNvSpPr txBox="1">
            <a:spLocks noGrp="1"/>
          </p:cNvSpPr>
          <p:nvPr>
            <p:ph type="sldNum" idx="12"/>
          </p:nvPr>
        </p:nvSpPr>
        <p:spPr>
          <a:xfrm>
            <a:off x="8339033" y="4569381"/>
            <a:ext cx="540000" cy="3855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ru"/>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0"/>
        <p:cNvGrpSpPr/>
        <p:nvPr/>
      </p:nvGrpSpPr>
      <p:grpSpPr>
        <a:xfrm>
          <a:off x="0" y="0"/>
          <a:ext cx="0" cy="0"/>
          <a:chOff x="0" y="0"/>
          <a:chExt cx="0" cy="0"/>
        </a:xfrm>
      </p:grpSpPr>
      <p:sp>
        <p:nvSpPr>
          <p:cNvPr id="21" name="Google Shape;21;p33"/>
          <p:cNvSpPr txBox="1">
            <a:spLocks noGrp="1"/>
          </p:cNvSpPr>
          <p:nvPr>
            <p:ph type="title"/>
          </p:nvPr>
        </p:nvSpPr>
        <p:spPr>
          <a:xfrm>
            <a:off x="306791" y="436070"/>
            <a:ext cx="8386500" cy="5613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22" name="Google Shape;22;p33"/>
          <p:cNvSpPr txBox="1">
            <a:spLocks noGrp="1"/>
          </p:cNvSpPr>
          <p:nvPr>
            <p:ph type="body" idx="1"/>
          </p:nvPr>
        </p:nvSpPr>
        <p:spPr>
          <a:xfrm>
            <a:off x="306791" y="1129284"/>
            <a:ext cx="3936900" cy="3347700"/>
          </a:xfrm>
          <a:prstGeom prst="rect">
            <a:avLst/>
          </a:prstGeom>
          <a:noFill/>
          <a:ln>
            <a:noFill/>
          </a:ln>
        </p:spPr>
        <p:txBody>
          <a:bodyPr spcFirstLastPara="1" wrap="square" lIns="91425" tIns="91425" rIns="91425" bIns="91425" anchor="t" anchorCtr="0">
            <a:no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23" name="Google Shape;23;p33"/>
          <p:cNvSpPr txBox="1">
            <a:spLocks noGrp="1"/>
          </p:cNvSpPr>
          <p:nvPr>
            <p:ph type="body" idx="2"/>
          </p:nvPr>
        </p:nvSpPr>
        <p:spPr>
          <a:xfrm>
            <a:off x="4756299" y="1129284"/>
            <a:ext cx="3936900" cy="3347700"/>
          </a:xfrm>
          <a:prstGeom prst="rect">
            <a:avLst/>
          </a:prstGeom>
          <a:noFill/>
          <a:ln>
            <a:noFill/>
          </a:ln>
        </p:spPr>
        <p:txBody>
          <a:bodyPr spcFirstLastPara="1" wrap="square" lIns="91425" tIns="91425" rIns="91425" bIns="91425" anchor="t" anchorCtr="0">
            <a:no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24" name="Google Shape;24;p33"/>
          <p:cNvSpPr txBox="1">
            <a:spLocks noGrp="1"/>
          </p:cNvSpPr>
          <p:nvPr>
            <p:ph type="sldNum" idx="12"/>
          </p:nvPr>
        </p:nvSpPr>
        <p:spPr>
          <a:xfrm>
            <a:off x="8339033" y="4569381"/>
            <a:ext cx="540000" cy="3855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ru"/>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5"/>
        <p:cNvGrpSpPr/>
        <p:nvPr/>
      </p:nvGrpSpPr>
      <p:grpSpPr>
        <a:xfrm>
          <a:off x="0" y="0"/>
          <a:ext cx="0" cy="0"/>
          <a:chOff x="0" y="0"/>
          <a:chExt cx="0" cy="0"/>
        </a:xfrm>
      </p:grpSpPr>
      <p:sp>
        <p:nvSpPr>
          <p:cNvPr id="26" name="Google Shape;26;p34"/>
          <p:cNvSpPr txBox="1">
            <a:spLocks noGrp="1"/>
          </p:cNvSpPr>
          <p:nvPr>
            <p:ph type="title"/>
          </p:nvPr>
        </p:nvSpPr>
        <p:spPr>
          <a:xfrm>
            <a:off x="306791" y="436070"/>
            <a:ext cx="8386500" cy="5613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27" name="Google Shape;27;p34"/>
          <p:cNvSpPr txBox="1">
            <a:spLocks noGrp="1"/>
          </p:cNvSpPr>
          <p:nvPr>
            <p:ph type="sldNum" idx="12"/>
          </p:nvPr>
        </p:nvSpPr>
        <p:spPr>
          <a:xfrm>
            <a:off x="8339033" y="4569381"/>
            <a:ext cx="540000" cy="3855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ru"/>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8"/>
        <p:cNvGrpSpPr/>
        <p:nvPr/>
      </p:nvGrpSpPr>
      <p:grpSpPr>
        <a:xfrm>
          <a:off x="0" y="0"/>
          <a:ext cx="0" cy="0"/>
          <a:chOff x="0" y="0"/>
          <a:chExt cx="0" cy="0"/>
        </a:xfrm>
      </p:grpSpPr>
      <p:sp>
        <p:nvSpPr>
          <p:cNvPr id="29" name="Google Shape;29;p35"/>
          <p:cNvSpPr txBox="1">
            <a:spLocks noGrp="1"/>
          </p:cNvSpPr>
          <p:nvPr>
            <p:ph type="title"/>
          </p:nvPr>
        </p:nvSpPr>
        <p:spPr>
          <a:xfrm>
            <a:off x="306791" y="544420"/>
            <a:ext cx="2763900" cy="740400"/>
          </a:xfrm>
          <a:prstGeom prst="rect">
            <a:avLst/>
          </a:prstGeom>
          <a:noFill/>
          <a:ln>
            <a:noFill/>
          </a:ln>
        </p:spPr>
        <p:txBody>
          <a:bodyPr spcFirstLastPara="1" wrap="square" lIns="91425" tIns="91425" rIns="91425" bIns="91425" anchor="b" anchorCtr="0">
            <a:noAutofit/>
          </a:bodyPr>
          <a:lstStyle>
            <a:lvl1pPr lvl="0" algn="l">
              <a:lnSpc>
                <a:spcPct val="100000"/>
              </a:lnSpc>
              <a:spcBef>
                <a:spcPts val="0"/>
              </a:spcBef>
              <a:spcAft>
                <a:spcPts val="0"/>
              </a:spcAft>
              <a:buSzPts val="2400"/>
              <a:buNone/>
              <a:defRPr sz="2400"/>
            </a:lvl1pPr>
            <a:lvl2pPr lvl="1" algn="l">
              <a:lnSpc>
                <a:spcPct val="100000"/>
              </a:lnSpc>
              <a:spcBef>
                <a:spcPts val="0"/>
              </a:spcBef>
              <a:spcAft>
                <a:spcPts val="0"/>
              </a:spcAft>
              <a:buSzPts val="2400"/>
              <a:buNone/>
              <a:defRPr sz="2400"/>
            </a:lvl2pPr>
            <a:lvl3pPr lvl="2" algn="l">
              <a:lnSpc>
                <a:spcPct val="100000"/>
              </a:lnSpc>
              <a:spcBef>
                <a:spcPts val="0"/>
              </a:spcBef>
              <a:spcAft>
                <a:spcPts val="0"/>
              </a:spcAft>
              <a:buSzPts val="2400"/>
              <a:buNone/>
              <a:defRPr sz="2400"/>
            </a:lvl3pPr>
            <a:lvl4pPr lvl="3" algn="l">
              <a:lnSpc>
                <a:spcPct val="100000"/>
              </a:lnSpc>
              <a:spcBef>
                <a:spcPts val="0"/>
              </a:spcBef>
              <a:spcAft>
                <a:spcPts val="0"/>
              </a:spcAft>
              <a:buSzPts val="2400"/>
              <a:buNone/>
              <a:defRPr sz="2400"/>
            </a:lvl4pPr>
            <a:lvl5pPr lvl="4" algn="l">
              <a:lnSpc>
                <a:spcPct val="100000"/>
              </a:lnSpc>
              <a:spcBef>
                <a:spcPts val="0"/>
              </a:spcBef>
              <a:spcAft>
                <a:spcPts val="0"/>
              </a:spcAft>
              <a:buSzPts val="2400"/>
              <a:buNone/>
              <a:defRPr sz="2400"/>
            </a:lvl5pPr>
            <a:lvl6pPr lvl="5" algn="l">
              <a:lnSpc>
                <a:spcPct val="100000"/>
              </a:lnSpc>
              <a:spcBef>
                <a:spcPts val="0"/>
              </a:spcBef>
              <a:spcAft>
                <a:spcPts val="0"/>
              </a:spcAft>
              <a:buSzPts val="2400"/>
              <a:buNone/>
              <a:defRPr sz="2400"/>
            </a:lvl6pPr>
            <a:lvl7pPr lvl="6" algn="l">
              <a:lnSpc>
                <a:spcPct val="100000"/>
              </a:lnSpc>
              <a:spcBef>
                <a:spcPts val="0"/>
              </a:spcBef>
              <a:spcAft>
                <a:spcPts val="0"/>
              </a:spcAft>
              <a:buSzPts val="2400"/>
              <a:buNone/>
              <a:defRPr sz="2400"/>
            </a:lvl7pPr>
            <a:lvl8pPr lvl="7" algn="l">
              <a:lnSpc>
                <a:spcPct val="100000"/>
              </a:lnSpc>
              <a:spcBef>
                <a:spcPts val="0"/>
              </a:spcBef>
              <a:spcAft>
                <a:spcPts val="0"/>
              </a:spcAft>
              <a:buSzPts val="2400"/>
              <a:buNone/>
              <a:defRPr sz="2400"/>
            </a:lvl8pPr>
            <a:lvl9pPr lvl="8" algn="l">
              <a:lnSpc>
                <a:spcPct val="100000"/>
              </a:lnSpc>
              <a:spcBef>
                <a:spcPts val="0"/>
              </a:spcBef>
              <a:spcAft>
                <a:spcPts val="0"/>
              </a:spcAft>
              <a:buSzPts val="2400"/>
              <a:buNone/>
              <a:defRPr sz="2400"/>
            </a:lvl9pPr>
          </a:lstStyle>
          <a:p>
            <a:endParaRPr/>
          </a:p>
        </p:txBody>
      </p:sp>
      <p:sp>
        <p:nvSpPr>
          <p:cNvPr id="30" name="Google Shape;30;p35"/>
          <p:cNvSpPr txBox="1">
            <a:spLocks noGrp="1"/>
          </p:cNvSpPr>
          <p:nvPr>
            <p:ph type="body" idx="1"/>
          </p:nvPr>
        </p:nvSpPr>
        <p:spPr>
          <a:xfrm>
            <a:off x="306791" y="1361638"/>
            <a:ext cx="2763900" cy="3115500"/>
          </a:xfrm>
          <a:prstGeom prst="rect">
            <a:avLst/>
          </a:prstGeom>
          <a:noFill/>
          <a:ln>
            <a:noFill/>
          </a:ln>
        </p:spPr>
        <p:txBody>
          <a:bodyPr spcFirstLastPara="1" wrap="square" lIns="91425" tIns="91425" rIns="91425" bIns="91425" anchor="t" anchorCtr="0">
            <a:noAutofit/>
          </a:bodyPr>
          <a:lstStyle>
            <a:lvl1pPr marL="457200" lvl="0" indent="-304800" algn="l">
              <a:lnSpc>
                <a:spcPct val="115000"/>
              </a:lnSpc>
              <a:spcBef>
                <a:spcPts val="0"/>
              </a:spcBef>
              <a:spcAft>
                <a:spcPts val="0"/>
              </a:spcAft>
              <a:buSzPts val="1200"/>
              <a:buChar char="●"/>
              <a:defRPr sz="12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31" name="Google Shape;31;p35"/>
          <p:cNvSpPr txBox="1">
            <a:spLocks noGrp="1"/>
          </p:cNvSpPr>
          <p:nvPr>
            <p:ph type="sldNum" idx="12"/>
          </p:nvPr>
        </p:nvSpPr>
        <p:spPr>
          <a:xfrm>
            <a:off x="8339033" y="4569381"/>
            <a:ext cx="540000" cy="3855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ru"/>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2"/>
        <p:cNvGrpSpPr/>
        <p:nvPr/>
      </p:nvGrpSpPr>
      <p:grpSpPr>
        <a:xfrm>
          <a:off x="0" y="0"/>
          <a:ext cx="0" cy="0"/>
          <a:chOff x="0" y="0"/>
          <a:chExt cx="0" cy="0"/>
        </a:xfrm>
      </p:grpSpPr>
      <p:sp>
        <p:nvSpPr>
          <p:cNvPr id="33" name="Google Shape;33;p36"/>
          <p:cNvSpPr txBox="1">
            <a:spLocks noGrp="1"/>
          </p:cNvSpPr>
          <p:nvPr>
            <p:ph type="title"/>
          </p:nvPr>
        </p:nvSpPr>
        <p:spPr>
          <a:xfrm>
            <a:off x="482530" y="441092"/>
            <a:ext cx="6267600" cy="4008600"/>
          </a:xfrm>
          <a:prstGeom prst="rect">
            <a:avLst/>
          </a:prstGeom>
          <a:noFill/>
          <a:ln>
            <a:noFill/>
          </a:ln>
        </p:spPr>
        <p:txBody>
          <a:bodyPr spcFirstLastPara="1" wrap="square" lIns="91425" tIns="91425" rIns="91425" bIns="91425" anchor="ctr" anchorCtr="0">
            <a:noAutofit/>
          </a:bodyPr>
          <a:lstStyle>
            <a:lvl1pPr lvl="0" algn="l">
              <a:lnSpc>
                <a:spcPct val="100000"/>
              </a:lnSpc>
              <a:spcBef>
                <a:spcPts val="0"/>
              </a:spcBef>
              <a:spcAft>
                <a:spcPts val="0"/>
              </a:spcAft>
              <a:buSzPts val="4800"/>
              <a:buNone/>
              <a:defRPr sz="4800"/>
            </a:lvl1pPr>
            <a:lvl2pPr lvl="1" algn="l">
              <a:lnSpc>
                <a:spcPct val="100000"/>
              </a:lnSpc>
              <a:spcBef>
                <a:spcPts val="0"/>
              </a:spcBef>
              <a:spcAft>
                <a:spcPts val="0"/>
              </a:spcAft>
              <a:buSzPts val="4800"/>
              <a:buNone/>
              <a:defRPr sz="4800"/>
            </a:lvl2pPr>
            <a:lvl3pPr lvl="2" algn="l">
              <a:lnSpc>
                <a:spcPct val="100000"/>
              </a:lnSpc>
              <a:spcBef>
                <a:spcPts val="0"/>
              </a:spcBef>
              <a:spcAft>
                <a:spcPts val="0"/>
              </a:spcAft>
              <a:buSzPts val="4800"/>
              <a:buNone/>
              <a:defRPr sz="4800"/>
            </a:lvl3pPr>
            <a:lvl4pPr lvl="3" algn="l">
              <a:lnSpc>
                <a:spcPct val="100000"/>
              </a:lnSpc>
              <a:spcBef>
                <a:spcPts val="0"/>
              </a:spcBef>
              <a:spcAft>
                <a:spcPts val="0"/>
              </a:spcAft>
              <a:buSzPts val="4800"/>
              <a:buNone/>
              <a:defRPr sz="4800"/>
            </a:lvl4pPr>
            <a:lvl5pPr lvl="4" algn="l">
              <a:lnSpc>
                <a:spcPct val="100000"/>
              </a:lnSpc>
              <a:spcBef>
                <a:spcPts val="0"/>
              </a:spcBef>
              <a:spcAft>
                <a:spcPts val="0"/>
              </a:spcAft>
              <a:buSzPts val="4800"/>
              <a:buNone/>
              <a:defRPr sz="4800"/>
            </a:lvl5pPr>
            <a:lvl6pPr lvl="5" algn="l">
              <a:lnSpc>
                <a:spcPct val="100000"/>
              </a:lnSpc>
              <a:spcBef>
                <a:spcPts val="0"/>
              </a:spcBef>
              <a:spcAft>
                <a:spcPts val="0"/>
              </a:spcAft>
              <a:buSzPts val="4800"/>
              <a:buNone/>
              <a:defRPr sz="4800"/>
            </a:lvl6pPr>
            <a:lvl7pPr lvl="6" algn="l">
              <a:lnSpc>
                <a:spcPct val="100000"/>
              </a:lnSpc>
              <a:spcBef>
                <a:spcPts val="0"/>
              </a:spcBef>
              <a:spcAft>
                <a:spcPts val="0"/>
              </a:spcAft>
              <a:buSzPts val="4800"/>
              <a:buNone/>
              <a:defRPr sz="4800"/>
            </a:lvl7pPr>
            <a:lvl8pPr lvl="7" algn="l">
              <a:lnSpc>
                <a:spcPct val="100000"/>
              </a:lnSpc>
              <a:spcBef>
                <a:spcPts val="0"/>
              </a:spcBef>
              <a:spcAft>
                <a:spcPts val="0"/>
              </a:spcAft>
              <a:buSzPts val="4800"/>
              <a:buNone/>
              <a:defRPr sz="4800"/>
            </a:lvl8pPr>
            <a:lvl9pPr lvl="8" algn="l">
              <a:lnSpc>
                <a:spcPct val="100000"/>
              </a:lnSpc>
              <a:spcBef>
                <a:spcPts val="0"/>
              </a:spcBef>
              <a:spcAft>
                <a:spcPts val="0"/>
              </a:spcAft>
              <a:buSzPts val="4800"/>
              <a:buNone/>
              <a:defRPr sz="4800"/>
            </a:lvl9pPr>
          </a:lstStyle>
          <a:p>
            <a:endParaRPr/>
          </a:p>
        </p:txBody>
      </p:sp>
      <p:sp>
        <p:nvSpPr>
          <p:cNvPr id="34" name="Google Shape;34;p36"/>
          <p:cNvSpPr txBox="1">
            <a:spLocks noGrp="1"/>
          </p:cNvSpPr>
          <p:nvPr>
            <p:ph type="sldNum" idx="12"/>
          </p:nvPr>
        </p:nvSpPr>
        <p:spPr>
          <a:xfrm>
            <a:off x="8339033" y="4569381"/>
            <a:ext cx="540000" cy="3855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ru"/>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5"/>
        <p:cNvGrpSpPr/>
        <p:nvPr/>
      </p:nvGrpSpPr>
      <p:grpSpPr>
        <a:xfrm>
          <a:off x="0" y="0"/>
          <a:ext cx="0" cy="0"/>
          <a:chOff x="0" y="0"/>
          <a:chExt cx="0" cy="0"/>
        </a:xfrm>
      </p:grpSpPr>
      <p:sp>
        <p:nvSpPr>
          <p:cNvPr id="36" name="Google Shape;36;p37"/>
          <p:cNvSpPr/>
          <p:nvPr/>
        </p:nvSpPr>
        <p:spPr>
          <a:xfrm>
            <a:off x="4500000" y="-122"/>
            <a:ext cx="4500000" cy="5040000"/>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37" name="Google Shape;37;p37"/>
          <p:cNvSpPr txBox="1">
            <a:spLocks noGrp="1"/>
          </p:cNvSpPr>
          <p:nvPr>
            <p:ph type="title"/>
          </p:nvPr>
        </p:nvSpPr>
        <p:spPr>
          <a:xfrm>
            <a:off x="261319" y="1208360"/>
            <a:ext cx="3981600" cy="1452600"/>
          </a:xfrm>
          <a:prstGeom prst="rect">
            <a:avLst/>
          </a:prstGeom>
          <a:noFill/>
          <a:ln>
            <a:noFill/>
          </a:ln>
        </p:spPr>
        <p:txBody>
          <a:bodyPr spcFirstLastPara="1" wrap="square" lIns="91425" tIns="91425" rIns="91425" bIns="91425" anchor="b" anchorCtr="0">
            <a:noAutofit/>
          </a:bodyPr>
          <a:lstStyle>
            <a:lvl1pPr lvl="0" algn="ctr">
              <a:lnSpc>
                <a:spcPct val="100000"/>
              </a:lnSpc>
              <a:spcBef>
                <a:spcPts val="0"/>
              </a:spcBef>
              <a:spcAft>
                <a:spcPts val="0"/>
              </a:spcAft>
              <a:buSzPts val="4200"/>
              <a:buNone/>
              <a:defRPr sz="4200"/>
            </a:lvl1pPr>
            <a:lvl2pPr lvl="1" algn="ctr">
              <a:lnSpc>
                <a:spcPct val="100000"/>
              </a:lnSpc>
              <a:spcBef>
                <a:spcPts val="0"/>
              </a:spcBef>
              <a:spcAft>
                <a:spcPts val="0"/>
              </a:spcAft>
              <a:buSzPts val="4200"/>
              <a:buNone/>
              <a:defRPr sz="4200"/>
            </a:lvl2pPr>
            <a:lvl3pPr lvl="2" algn="ctr">
              <a:lnSpc>
                <a:spcPct val="100000"/>
              </a:lnSpc>
              <a:spcBef>
                <a:spcPts val="0"/>
              </a:spcBef>
              <a:spcAft>
                <a:spcPts val="0"/>
              </a:spcAft>
              <a:buSzPts val="4200"/>
              <a:buNone/>
              <a:defRPr sz="4200"/>
            </a:lvl3pPr>
            <a:lvl4pPr lvl="3" algn="ctr">
              <a:lnSpc>
                <a:spcPct val="100000"/>
              </a:lnSpc>
              <a:spcBef>
                <a:spcPts val="0"/>
              </a:spcBef>
              <a:spcAft>
                <a:spcPts val="0"/>
              </a:spcAft>
              <a:buSzPts val="4200"/>
              <a:buNone/>
              <a:defRPr sz="4200"/>
            </a:lvl4pPr>
            <a:lvl5pPr lvl="4" algn="ctr">
              <a:lnSpc>
                <a:spcPct val="100000"/>
              </a:lnSpc>
              <a:spcBef>
                <a:spcPts val="0"/>
              </a:spcBef>
              <a:spcAft>
                <a:spcPts val="0"/>
              </a:spcAft>
              <a:buSzPts val="4200"/>
              <a:buNone/>
              <a:defRPr sz="4200"/>
            </a:lvl5pPr>
            <a:lvl6pPr lvl="5" algn="ctr">
              <a:lnSpc>
                <a:spcPct val="100000"/>
              </a:lnSpc>
              <a:spcBef>
                <a:spcPts val="0"/>
              </a:spcBef>
              <a:spcAft>
                <a:spcPts val="0"/>
              </a:spcAft>
              <a:buSzPts val="4200"/>
              <a:buNone/>
              <a:defRPr sz="4200"/>
            </a:lvl6pPr>
            <a:lvl7pPr lvl="6" algn="ctr">
              <a:lnSpc>
                <a:spcPct val="100000"/>
              </a:lnSpc>
              <a:spcBef>
                <a:spcPts val="0"/>
              </a:spcBef>
              <a:spcAft>
                <a:spcPts val="0"/>
              </a:spcAft>
              <a:buSzPts val="4200"/>
              <a:buNone/>
              <a:defRPr sz="4200"/>
            </a:lvl7pPr>
            <a:lvl8pPr lvl="7" algn="ctr">
              <a:lnSpc>
                <a:spcPct val="100000"/>
              </a:lnSpc>
              <a:spcBef>
                <a:spcPts val="0"/>
              </a:spcBef>
              <a:spcAft>
                <a:spcPts val="0"/>
              </a:spcAft>
              <a:buSzPts val="4200"/>
              <a:buNone/>
              <a:defRPr sz="4200"/>
            </a:lvl8pPr>
            <a:lvl9pPr lvl="8" algn="ctr">
              <a:lnSpc>
                <a:spcPct val="100000"/>
              </a:lnSpc>
              <a:spcBef>
                <a:spcPts val="0"/>
              </a:spcBef>
              <a:spcAft>
                <a:spcPts val="0"/>
              </a:spcAft>
              <a:buSzPts val="4200"/>
              <a:buNone/>
              <a:defRPr sz="4200"/>
            </a:lvl9pPr>
          </a:lstStyle>
          <a:p>
            <a:endParaRPr/>
          </a:p>
        </p:txBody>
      </p:sp>
      <p:sp>
        <p:nvSpPr>
          <p:cNvPr id="38" name="Google Shape;38;p37"/>
          <p:cNvSpPr txBox="1">
            <a:spLocks noGrp="1"/>
          </p:cNvSpPr>
          <p:nvPr>
            <p:ph type="subTitle" idx="1"/>
          </p:nvPr>
        </p:nvSpPr>
        <p:spPr>
          <a:xfrm>
            <a:off x="261319" y="2746670"/>
            <a:ext cx="3981600" cy="1210200"/>
          </a:xfrm>
          <a:prstGeom prst="rect">
            <a:avLst/>
          </a:prstGeom>
          <a:noFill/>
          <a:ln>
            <a:noFill/>
          </a:ln>
        </p:spPr>
        <p:txBody>
          <a:bodyPr spcFirstLastPara="1" wrap="square" lIns="91425" tIns="91425" rIns="91425" bIns="91425" anchor="t" anchorCtr="0">
            <a:no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39" name="Google Shape;39;p37"/>
          <p:cNvSpPr txBox="1">
            <a:spLocks noGrp="1"/>
          </p:cNvSpPr>
          <p:nvPr>
            <p:ph type="body" idx="2"/>
          </p:nvPr>
        </p:nvSpPr>
        <p:spPr>
          <a:xfrm>
            <a:off x="4861713" y="709505"/>
            <a:ext cx="3776700" cy="3620700"/>
          </a:xfrm>
          <a:prstGeom prst="rect">
            <a:avLst/>
          </a:prstGeom>
          <a:noFill/>
          <a:ln>
            <a:noFill/>
          </a:ln>
        </p:spPr>
        <p:txBody>
          <a:bodyPr spcFirstLastPara="1" wrap="square" lIns="91425" tIns="91425" rIns="91425" bIns="91425" anchor="ctr" anchorCtr="0">
            <a:noAutofit/>
          </a:bodyPr>
          <a:lstStyle>
            <a:lvl1pPr marL="457200" lvl="0" indent="-342900" algn="l">
              <a:lnSpc>
                <a:spcPct val="115000"/>
              </a:lnSpc>
              <a:spcBef>
                <a:spcPts val="0"/>
              </a:spcBef>
              <a:spcAft>
                <a:spcPts val="0"/>
              </a:spcAft>
              <a:buSzPts val="1800"/>
              <a:buChar char="●"/>
              <a:defRPr/>
            </a:lvl1pPr>
            <a:lvl2pPr marL="914400" lvl="1" indent="-317500" algn="l">
              <a:lnSpc>
                <a:spcPct val="115000"/>
              </a:lnSpc>
              <a:spcBef>
                <a:spcPts val="0"/>
              </a:spcBef>
              <a:spcAft>
                <a:spcPts val="0"/>
              </a:spcAft>
              <a:buSzPts val="1400"/>
              <a:buChar char="○"/>
              <a:defRPr/>
            </a:lvl2pPr>
            <a:lvl3pPr marL="1371600" lvl="2" indent="-317500" algn="l">
              <a:lnSpc>
                <a:spcPct val="115000"/>
              </a:lnSpc>
              <a:spcBef>
                <a:spcPts val="0"/>
              </a:spcBef>
              <a:spcAft>
                <a:spcPts val="0"/>
              </a:spcAft>
              <a:buSzPts val="1400"/>
              <a:buChar char="■"/>
              <a:defRPr/>
            </a:lvl3pPr>
            <a:lvl4pPr marL="1828800" lvl="3" indent="-317500" algn="l">
              <a:lnSpc>
                <a:spcPct val="115000"/>
              </a:lnSpc>
              <a:spcBef>
                <a:spcPts val="0"/>
              </a:spcBef>
              <a:spcAft>
                <a:spcPts val="0"/>
              </a:spcAft>
              <a:buSzPts val="1400"/>
              <a:buChar char="●"/>
              <a:defRPr/>
            </a:lvl4pPr>
            <a:lvl5pPr marL="2286000" lvl="4" indent="-317500" algn="l">
              <a:lnSpc>
                <a:spcPct val="115000"/>
              </a:lnSpc>
              <a:spcBef>
                <a:spcPts val="0"/>
              </a:spcBef>
              <a:spcAft>
                <a:spcPts val="0"/>
              </a:spcAft>
              <a:buSzPts val="1400"/>
              <a:buChar char="○"/>
              <a:defRPr/>
            </a:lvl5pPr>
            <a:lvl6pPr marL="2743200" lvl="5" indent="-317500" algn="l">
              <a:lnSpc>
                <a:spcPct val="115000"/>
              </a:lnSpc>
              <a:spcBef>
                <a:spcPts val="0"/>
              </a:spcBef>
              <a:spcAft>
                <a:spcPts val="0"/>
              </a:spcAft>
              <a:buSzPts val="1400"/>
              <a:buChar char="■"/>
              <a:defRPr/>
            </a:lvl6pPr>
            <a:lvl7pPr marL="3200400" lvl="6" indent="-317500" algn="l">
              <a:lnSpc>
                <a:spcPct val="115000"/>
              </a:lnSpc>
              <a:spcBef>
                <a:spcPts val="0"/>
              </a:spcBef>
              <a:spcAft>
                <a:spcPts val="0"/>
              </a:spcAft>
              <a:buSzPts val="1400"/>
              <a:buChar char="●"/>
              <a:defRPr/>
            </a:lvl7pPr>
            <a:lvl8pPr marL="3657600" lvl="7" indent="-317500" algn="l">
              <a:lnSpc>
                <a:spcPct val="115000"/>
              </a:lnSpc>
              <a:spcBef>
                <a:spcPts val="0"/>
              </a:spcBef>
              <a:spcAft>
                <a:spcPts val="0"/>
              </a:spcAft>
              <a:buSzPts val="1400"/>
              <a:buChar char="○"/>
              <a:defRPr/>
            </a:lvl8pPr>
            <a:lvl9pPr marL="4114800" lvl="8" indent="-317500" algn="l">
              <a:lnSpc>
                <a:spcPct val="115000"/>
              </a:lnSpc>
              <a:spcBef>
                <a:spcPts val="0"/>
              </a:spcBef>
              <a:spcAft>
                <a:spcPts val="0"/>
              </a:spcAft>
              <a:buSzPts val="1400"/>
              <a:buChar char="■"/>
              <a:defRPr/>
            </a:lvl9pPr>
          </a:lstStyle>
          <a:p>
            <a:endParaRPr/>
          </a:p>
        </p:txBody>
      </p:sp>
      <p:sp>
        <p:nvSpPr>
          <p:cNvPr id="40" name="Google Shape;40;p37"/>
          <p:cNvSpPr txBox="1">
            <a:spLocks noGrp="1"/>
          </p:cNvSpPr>
          <p:nvPr>
            <p:ph type="sldNum" idx="12"/>
          </p:nvPr>
        </p:nvSpPr>
        <p:spPr>
          <a:xfrm>
            <a:off x="8339033" y="4569381"/>
            <a:ext cx="540000" cy="3855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ru"/>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1"/>
        <p:cNvGrpSpPr/>
        <p:nvPr/>
      </p:nvGrpSpPr>
      <p:grpSpPr>
        <a:xfrm>
          <a:off x="0" y="0"/>
          <a:ext cx="0" cy="0"/>
          <a:chOff x="0" y="0"/>
          <a:chExt cx="0" cy="0"/>
        </a:xfrm>
      </p:grpSpPr>
      <p:sp>
        <p:nvSpPr>
          <p:cNvPr id="42" name="Google Shape;42;p38"/>
          <p:cNvSpPr txBox="1">
            <a:spLocks noGrp="1"/>
          </p:cNvSpPr>
          <p:nvPr>
            <p:ph type="body" idx="1"/>
          </p:nvPr>
        </p:nvSpPr>
        <p:spPr>
          <a:xfrm>
            <a:off x="306791" y="4145445"/>
            <a:ext cx="5904300" cy="593100"/>
          </a:xfrm>
          <a:prstGeom prst="rect">
            <a:avLst/>
          </a:prstGeom>
          <a:noFill/>
          <a:ln>
            <a:noFill/>
          </a:ln>
        </p:spPr>
        <p:txBody>
          <a:bodyPr spcFirstLastPara="1" wrap="square" lIns="91425" tIns="91425" rIns="91425" bIns="91425" anchor="ctr" anchorCtr="0">
            <a:noAutofit/>
          </a:bodyPr>
          <a:lstStyle>
            <a:lvl1pPr marL="457200" lvl="0" indent="-228600" algn="l">
              <a:lnSpc>
                <a:spcPct val="100000"/>
              </a:lnSpc>
              <a:spcBef>
                <a:spcPts val="0"/>
              </a:spcBef>
              <a:spcAft>
                <a:spcPts val="0"/>
              </a:spcAft>
              <a:buSzPts val="1800"/>
              <a:buNone/>
              <a:defRPr/>
            </a:lvl1pPr>
          </a:lstStyle>
          <a:p>
            <a:endParaRPr/>
          </a:p>
        </p:txBody>
      </p:sp>
      <p:sp>
        <p:nvSpPr>
          <p:cNvPr id="43" name="Google Shape;43;p38"/>
          <p:cNvSpPr txBox="1">
            <a:spLocks noGrp="1"/>
          </p:cNvSpPr>
          <p:nvPr>
            <p:ph type="sldNum" idx="12"/>
          </p:nvPr>
        </p:nvSpPr>
        <p:spPr>
          <a:xfrm>
            <a:off x="8339033" y="4569381"/>
            <a:ext cx="540000" cy="3855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ru"/>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4"/>
        <p:cNvGrpSpPr/>
        <p:nvPr/>
      </p:nvGrpSpPr>
      <p:grpSpPr>
        <a:xfrm>
          <a:off x="0" y="0"/>
          <a:ext cx="0" cy="0"/>
          <a:chOff x="0" y="0"/>
          <a:chExt cx="0" cy="0"/>
        </a:xfrm>
      </p:grpSpPr>
      <p:sp>
        <p:nvSpPr>
          <p:cNvPr id="45" name="Google Shape;45;p39"/>
          <p:cNvSpPr txBox="1">
            <a:spLocks noGrp="1"/>
          </p:cNvSpPr>
          <p:nvPr>
            <p:ph type="title" hasCustomPrompt="1"/>
          </p:nvPr>
        </p:nvSpPr>
        <p:spPr>
          <a:xfrm>
            <a:off x="306791" y="1083867"/>
            <a:ext cx="8386500" cy="1924200"/>
          </a:xfrm>
          <a:prstGeom prst="rect">
            <a:avLst/>
          </a:prstGeom>
          <a:noFill/>
          <a:ln>
            <a:noFill/>
          </a:ln>
        </p:spPr>
        <p:txBody>
          <a:bodyPr spcFirstLastPara="1" wrap="square" lIns="91425" tIns="91425" rIns="91425" bIns="91425" anchor="b" anchorCtr="0">
            <a:noAutofit/>
          </a:bodyPr>
          <a:lstStyle>
            <a:lvl1pPr lvl="0" algn="ctr">
              <a:lnSpc>
                <a:spcPct val="100000"/>
              </a:lnSpc>
              <a:spcBef>
                <a:spcPts val="0"/>
              </a:spcBef>
              <a:spcAft>
                <a:spcPts val="0"/>
              </a:spcAft>
              <a:buSzPts val="12000"/>
              <a:buNone/>
              <a:defRPr sz="12000"/>
            </a:lvl1pPr>
            <a:lvl2pPr lvl="1" algn="ctr">
              <a:lnSpc>
                <a:spcPct val="100000"/>
              </a:lnSpc>
              <a:spcBef>
                <a:spcPts val="0"/>
              </a:spcBef>
              <a:spcAft>
                <a:spcPts val="0"/>
              </a:spcAft>
              <a:buSzPts val="12000"/>
              <a:buNone/>
              <a:defRPr sz="12000"/>
            </a:lvl2pPr>
            <a:lvl3pPr lvl="2" algn="ctr">
              <a:lnSpc>
                <a:spcPct val="100000"/>
              </a:lnSpc>
              <a:spcBef>
                <a:spcPts val="0"/>
              </a:spcBef>
              <a:spcAft>
                <a:spcPts val="0"/>
              </a:spcAft>
              <a:buSzPts val="12000"/>
              <a:buNone/>
              <a:defRPr sz="12000"/>
            </a:lvl3pPr>
            <a:lvl4pPr lvl="3" algn="ctr">
              <a:lnSpc>
                <a:spcPct val="100000"/>
              </a:lnSpc>
              <a:spcBef>
                <a:spcPts val="0"/>
              </a:spcBef>
              <a:spcAft>
                <a:spcPts val="0"/>
              </a:spcAft>
              <a:buSzPts val="12000"/>
              <a:buNone/>
              <a:defRPr sz="12000"/>
            </a:lvl4pPr>
            <a:lvl5pPr lvl="4" algn="ctr">
              <a:lnSpc>
                <a:spcPct val="100000"/>
              </a:lnSpc>
              <a:spcBef>
                <a:spcPts val="0"/>
              </a:spcBef>
              <a:spcAft>
                <a:spcPts val="0"/>
              </a:spcAft>
              <a:buSzPts val="12000"/>
              <a:buNone/>
              <a:defRPr sz="12000"/>
            </a:lvl5pPr>
            <a:lvl6pPr lvl="5" algn="ctr">
              <a:lnSpc>
                <a:spcPct val="100000"/>
              </a:lnSpc>
              <a:spcBef>
                <a:spcPts val="0"/>
              </a:spcBef>
              <a:spcAft>
                <a:spcPts val="0"/>
              </a:spcAft>
              <a:buSzPts val="12000"/>
              <a:buNone/>
              <a:defRPr sz="12000"/>
            </a:lvl6pPr>
            <a:lvl7pPr lvl="6" algn="ctr">
              <a:lnSpc>
                <a:spcPct val="100000"/>
              </a:lnSpc>
              <a:spcBef>
                <a:spcPts val="0"/>
              </a:spcBef>
              <a:spcAft>
                <a:spcPts val="0"/>
              </a:spcAft>
              <a:buSzPts val="12000"/>
              <a:buNone/>
              <a:defRPr sz="12000"/>
            </a:lvl7pPr>
            <a:lvl8pPr lvl="7" algn="ctr">
              <a:lnSpc>
                <a:spcPct val="100000"/>
              </a:lnSpc>
              <a:spcBef>
                <a:spcPts val="0"/>
              </a:spcBef>
              <a:spcAft>
                <a:spcPts val="0"/>
              </a:spcAft>
              <a:buSzPts val="12000"/>
              <a:buNone/>
              <a:defRPr sz="12000"/>
            </a:lvl8pPr>
            <a:lvl9pPr lvl="8" algn="ctr">
              <a:lnSpc>
                <a:spcPct val="100000"/>
              </a:lnSpc>
              <a:spcBef>
                <a:spcPts val="0"/>
              </a:spcBef>
              <a:spcAft>
                <a:spcPts val="0"/>
              </a:spcAft>
              <a:buSzPts val="12000"/>
              <a:buNone/>
              <a:defRPr sz="12000"/>
            </a:lvl9pPr>
          </a:lstStyle>
          <a:p>
            <a:r>
              <a:t>xx%</a:t>
            </a:r>
          </a:p>
        </p:txBody>
      </p:sp>
      <p:sp>
        <p:nvSpPr>
          <p:cNvPr id="46" name="Google Shape;46;p39"/>
          <p:cNvSpPr txBox="1">
            <a:spLocks noGrp="1"/>
          </p:cNvSpPr>
          <p:nvPr>
            <p:ph type="body" idx="1"/>
          </p:nvPr>
        </p:nvSpPr>
        <p:spPr>
          <a:xfrm>
            <a:off x="306791" y="3088794"/>
            <a:ext cx="8386500" cy="1274700"/>
          </a:xfrm>
          <a:prstGeom prst="rect">
            <a:avLst/>
          </a:prstGeom>
          <a:noFill/>
          <a:ln>
            <a:noFill/>
          </a:ln>
        </p:spPr>
        <p:txBody>
          <a:bodyPr spcFirstLastPara="1" wrap="square" lIns="91425" tIns="91425" rIns="91425" bIns="91425" anchor="t" anchorCtr="0">
            <a:noAutofit/>
          </a:bodyPr>
          <a:lstStyle>
            <a:lvl1pPr marL="457200" lvl="0" indent="-342900" algn="ctr">
              <a:lnSpc>
                <a:spcPct val="115000"/>
              </a:lnSpc>
              <a:spcBef>
                <a:spcPts val="0"/>
              </a:spcBef>
              <a:spcAft>
                <a:spcPts val="0"/>
              </a:spcAft>
              <a:buSzPts val="1800"/>
              <a:buChar char="●"/>
              <a:defRPr/>
            </a:lvl1pPr>
            <a:lvl2pPr marL="914400" lvl="1" indent="-317500" algn="ctr">
              <a:lnSpc>
                <a:spcPct val="115000"/>
              </a:lnSpc>
              <a:spcBef>
                <a:spcPts val="0"/>
              </a:spcBef>
              <a:spcAft>
                <a:spcPts val="0"/>
              </a:spcAft>
              <a:buSzPts val="1400"/>
              <a:buChar char="○"/>
              <a:defRPr/>
            </a:lvl2pPr>
            <a:lvl3pPr marL="1371600" lvl="2" indent="-317500" algn="ctr">
              <a:lnSpc>
                <a:spcPct val="115000"/>
              </a:lnSpc>
              <a:spcBef>
                <a:spcPts val="0"/>
              </a:spcBef>
              <a:spcAft>
                <a:spcPts val="0"/>
              </a:spcAft>
              <a:buSzPts val="1400"/>
              <a:buChar char="■"/>
              <a:defRPr/>
            </a:lvl3pPr>
            <a:lvl4pPr marL="1828800" lvl="3" indent="-317500" algn="ctr">
              <a:lnSpc>
                <a:spcPct val="115000"/>
              </a:lnSpc>
              <a:spcBef>
                <a:spcPts val="0"/>
              </a:spcBef>
              <a:spcAft>
                <a:spcPts val="0"/>
              </a:spcAft>
              <a:buSzPts val="1400"/>
              <a:buChar char="●"/>
              <a:defRPr/>
            </a:lvl4pPr>
            <a:lvl5pPr marL="2286000" lvl="4" indent="-317500" algn="ctr">
              <a:lnSpc>
                <a:spcPct val="115000"/>
              </a:lnSpc>
              <a:spcBef>
                <a:spcPts val="0"/>
              </a:spcBef>
              <a:spcAft>
                <a:spcPts val="0"/>
              </a:spcAft>
              <a:buSzPts val="1400"/>
              <a:buChar char="○"/>
              <a:defRPr/>
            </a:lvl5pPr>
            <a:lvl6pPr marL="2743200" lvl="5" indent="-317500" algn="ctr">
              <a:lnSpc>
                <a:spcPct val="115000"/>
              </a:lnSpc>
              <a:spcBef>
                <a:spcPts val="0"/>
              </a:spcBef>
              <a:spcAft>
                <a:spcPts val="0"/>
              </a:spcAft>
              <a:buSzPts val="1400"/>
              <a:buChar char="■"/>
              <a:defRPr/>
            </a:lvl6pPr>
            <a:lvl7pPr marL="3200400" lvl="6" indent="-317500" algn="ctr">
              <a:lnSpc>
                <a:spcPct val="115000"/>
              </a:lnSpc>
              <a:spcBef>
                <a:spcPts val="0"/>
              </a:spcBef>
              <a:spcAft>
                <a:spcPts val="0"/>
              </a:spcAft>
              <a:buSzPts val="1400"/>
              <a:buChar char="●"/>
              <a:defRPr/>
            </a:lvl7pPr>
            <a:lvl8pPr marL="3657600" lvl="7" indent="-317500" algn="ctr">
              <a:lnSpc>
                <a:spcPct val="115000"/>
              </a:lnSpc>
              <a:spcBef>
                <a:spcPts val="0"/>
              </a:spcBef>
              <a:spcAft>
                <a:spcPts val="0"/>
              </a:spcAft>
              <a:buSzPts val="1400"/>
              <a:buChar char="○"/>
              <a:defRPr/>
            </a:lvl8pPr>
            <a:lvl9pPr marL="4114800" lvl="8" indent="-317500" algn="ctr">
              <a:lnSpc>
                <a:spcPct val="115000"/>
              </a:lnSpc>
              <a:spcBef>
                <a:spcPts val="0"/>
              </a:spcBef>
              <a:spcAft>
                <a:spcPts val="0"/>
              </a:spcAft>
              <a:buSzPts val="1400"/>
              <a:buChar char="■"/>
              <a:defRPr/>
            </a:lvl9pPr>
          </a:lstStyle>
          <a:p>
            <a:endParaRPr/>
          </a:p>
        </p:txBody>
      </p:sp>
      <p:sp>
        <p:nvSpPr>
          <p:cNvPr id="47" name="Google Shape;47;p39"/>
          <p:cNvSpPr txBox="1">
            <a:spLocks noGrp="1"/>
          </p:cNvSpPr>
          <p:nvPr>
            <p:ph type="sldNum" idx="12"/>
          </p:nvPr>
        </p:nvSpPr>
        <p:spPr>
          <a:xfrm>
            <a:off x="8339033" y="4569381"/>
            <a:ext cx="540000" cy="3855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ru"/>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8"/>
        <p:cNvGrpSpPr/>
        <p:nvPr/>
      </p:nvGrpSpPr>
      <p:grpSpPr>
        <a:xfrm>
          <a:off x="0" y="0"/>
          <a:ext cx="0" cy="0"/>
          <a:chOff x="0" y="0"/>
          <a:chExt cx="0" cy="0"/>
        </a:xfrm>
      </p:grpSpPr>
      <p:sp>
        <p:nvSpPr>
          <p:cNvPr id="49" name="Google Shape;49;p40"/>
          <p:cNvSpPr txBox="1">
            <a:spLocks noGrp="1"/>
          </p:cNvSpPr>
          <p:nvPr>
            <p:ph type="sldNum" idx="12"/>
          </p:nvPr>
        </p:nvSpPr>
        <p:spPr>
          <a:xfrm>
            <a:off x="8339033" y="4569381"/>
            <a:ext cx="540000" cy="3855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ru"/>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29"/>
          <p:cNvSpPr txBox="1">
            <a:spLocks noGrp="1"/>
          </p:cNvSpPr>
          <p:nvPr>
            <p:ph type="title"/>
          </p:nvPr>
        </p:nvSpPr>
        <p:spPr>
          <a:xfrm>
            <a:off x="306791" y="436070"/>
            <a:ext cx="8386500" cy="561300"/>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9pPr>
          </a:lstStyle>
          <a:p>
            <a:endParaRPr/>
          </a:p>
        </p:txBody>
      </p:sp>
      <p:sp>
        <p:nvSpPr>
          <p:cNvPr id="7" name="Google Shape;7;p29"/>
          <p:cNvSpPr txBox="1">
            <a:spLocks noGrp="1"/>
          </p:cNvSpPr>
          <p:nvPr>
            <p:ph type="body" idx="1"/>
          </p:nvPr>
        </p:nvSpPr>
        <p:spPr>
          <a:xfrm>
            <a:off x="306791" y="1129284"/>
            <a:ext cx="8386500" cy="3347700"/>
          </a:xfrm>
          <a:prstGeom prst="rect">
            <a:avLst/>
          </a:prstGeom>
          <a:noFill/>
          <a:ln>
            <a:noFill/>
          </a:ln>
        </p:spPr>
        <p:txBody>
          <a:bodyPr spcFirstLastPara="1" wrap="square" lIns="91425" tIns="91425" rIns="91425" bIns="91425" anchor="t" anchorCtr="0">
            <a:noAutofit/>
          </a:bodyPr>
          <a:lstStyle>
            <a:lvl1pPr marL="457200" marR="0" lvl="0" indent="-342900" algn="l" rtl="0">
              <a:lnSpc>
                <a:spcPct val="115000"/>
              </a:lnSpc>
              <a:spcBef>
                <a:spcPts val="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1pPr>
            <a:lvl2pPr marL="914400" marR="0" lvl="1"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2pPr>
            <a:lvl3pPr marL="1371600" marR="0" lvl="2"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3pPr>
            <a:lvl4pPr marL="1828800" marR="0" lvl="3"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4pPr>
            <a:lvl5pPr marL="2286000" marR="0" lvl="4"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5pPr>
            <a:lvl6pPr marL="2743200" marR="0" lvl="5"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6pPr>
            <a:lvl7pPr marL="3200400" marR="0" lvl="6"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7pPr>
            <a:lvl8pPr marL="3657600" marR="0" lvl="7"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8pPr>
            <a:lvl9pPr marL="4114800" marR="0" lvl="8"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9pPr>
          </a:lstStyle>
          <a:p>
            <a:endParaRPr/>
          </a:p>
        </p:txBody>
      </p:sp>
      <p:sp>
        <p:nvSpPr>
          <p:cNvPr id="8" name="Google Shape;8;p29"/>
          <p:cNvSpPr txBox="1">
            <a:spLocks noGrp="1"/>
          </p:cNvSpPr>
          <p:nvPr>
            <p:ph type="sldNum" idx="12"/>
          </p:nvPr>
        </p:nvSpPr>
        <p:spPr>
          <a:xfrm>
            <a:off x="8339033" y="4569381"/>
            <a:ext cx="540000" cy="385500"/>
          </a:xfrm>
          <a:prstGeom prst="rect">
            <a:avLst/>
          </a:prstGeom>
          <a:noFill/>
          <a:ln>
            <a:noFill/>
          </a:ln>
        </p:spPr>
        <p:txBody>
          <a:bodyPr spcFirstLastPara="1" wrap="square" lIns="91425" tIns="91425" rIns="91425" bIns="91425" anchor="ctr" anchorCtr="0">
            <a:noAutofit/>
          </a:bodyPr>
          <a:lstStyle>
            <a:lvl1pPr marL="0" marR="0" lvl="0"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ru"/>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6.xml.rels><?xml version="1.0" encoding="UTF-8" standalone="yes"?>
<Relationships xmlns="http://schemas.openxmlformats.org/package/2006/relationships"><Relationship Id="rId8" Type="http://schemas.openxmlformats.org/officeDocument/2006/relationships/image" Target="../media/image10.png"/><Relationship Id="rId3" Type="http://schemas.openxmlformats.org/officeDocument/2006/relationships/image" Target="../media/image5.png"/><Relationship Id="rId7" Type="http://schemas.openxmlformats.org/officeDocument/2006/relationships/image" Target="../media/image9.png"/><Relationship Id="rId2" Type="http://schemas.openxmlformats.org/officeDocument/2006/relationships/notesSlide" Target="../notesSlides/notesSlide6.xml"/><Relationship Id="rId1" Type="http://schemas.openxmlformats.org/officeDocument/2006/relationships/slideLayout" Target="../slideLayouts/slideLayout1.xml"/><Relationship Id="rId6" Type="http://schemas.openxmlformats.org/officeDocument/2006/relationships/image" Target="../media/image8.png"/><Relationship Id="rId5" Type="http://schemas.openxmlformats.org/officeDocument/2006/relationships/image" Target="../media/image7.png"/><Relationship Id="rId10" Type="http://schemas.openxmlformats.org/officeDocument/2006/relationships/image" Target="../media/image12.png"/><Relationship Id="rId4" Type="http://schemas.openxmlformats.org/officeDocument/2006/relationships/image" Target="../media/image6.png"/><Relationship Id="rId9" Type="http://schemas.openxmlformats.org/officeDocument/2006/relationships/image" Target="../media/image11.png"/></Relationships>
</file>

<file path=ppt/slides/_rels/slide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image" Target="../media/image16.png"/><Relationship Id="rId5" Type="http://schemas.openxmlformats.org/officeDocument/2006/relationships/image" Target="../media/image15.png"/><Relationship Id="rId4" Type="http://schemas.openxmlformats.org/officeDocument/2006/relationships/image" Target="../media/image14.png"/></Relationships>
</file>

<file path=ppt/slides/_rels/slide8.xml.rels><?xml version="1.0" encoding="UTF-8" standalone="yes"?>
<Relationships xmlns="http://schemas.openxmlformats.org/package/2006/relationships"><Relationship Id="rId8" Type="http://schemas.openxmlformats.org/officeDocument/2006/relationships/image" Target="../media/image22.png"/><Relationship Id="rId3" Type="http://schemas.openxmlformats.org/officeDocument/2006/relationships/image" Target="../media/image17.png"/><Relationship Id="rId7" Type="http://schemas.openxmlformats.org/officeDocument/2006/relationships/image" Target="../media/image21.png"/><Relationship Id="rId2" Type="http://schemas.openxmlformats.org/officeDocument/2006/relationships/notesSlide" Target="../notesSlides/notesSlide8.xml"/><Relationship Id="rId1" Type="http://schemas.openxmlformats.org/officeDocument/2006/relationships/slideLayout" Target="../slideLayouts/slideLayout1.xml"/><Relationship Id="rId6" Type="http://schemas.openxmlformats.org/officeDocument/2006/relationships/image" Target="../media/image20.png"/><Relationship Id="rId5" Type="http://schemas.openxmlformats.org/officeDocument/2006/relationships/image" Target="../media/image19.png"/><Relationship Id="rId10" Type="http://schemas.openxmlformats.org/officeDocument/2006/relationships/image" Target="../media/image24.png"/><Relationship Id="rId4" Type="http://schemas.openxmlformats.org/officeDocument/2006/relationships/image" Target="../media/image18.png"/><Relationship Id="rId9" Type="http://schemas.openxmlformats.org/officeDocument/2006/relationships/image" Target="../media/image23.png"/></Relationships>
</file>

<file path=ppt/slides/_rels/slide9.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9.xml"/><Relationship Id="rId1" Type="http://schemas.openxmlformats.org/officeDocument/2006/relationships/slideLayout" Target="../slideLayouts/slideLayout1.xml"/><Relationship Id="rId6" Type="http://schemas.openxmlformats.org/officeDocument/2006/relationships/image" Target="../media/image28.png"/><Relationship Id="rId5" Type="http://schemas.openxmlformats.org/officeDocument/2006/relationships/image" Target="../media/image27.png"/><Relationship Id="rId4" Type="http://schemas.openxmlformats.org/officeDocument/2006/relationships/image" Target="../media/image26.png"/></Relationships>
</file>

<file path=ppt/slides/_rels/slide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0.xml"/><Relationship Id="rId1" Type="http://schemas.openxmlformats.org/officeDocument/2006/relationships/slideLayout" Target="../slideLayouts/slideLayout1.xml"/><Relationship Id="rId4" Type="http://schemas.openxmlformats.org/officeDocument/2006/relationships/image" Target="../media/image29.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53"/>
        <p:cNvGrpSpPr/>
        <p:nvPr/>
      </p:nvGrpSpPr>
      <p:grpSpPr>
        <a:xfrm>
          <a:off x="0" y="0"/>
          <a:ext cx="0" cy="0"/>
          <a:chOff x="0" y="0"/>
          <a:chExt cx="0" cy="0"/>
        </a:xfrm>
      </p:grpSpPr>
      <p:sp>
        <p:nvSpPr>
          <p:cNvPr id="54" name="Google Shape;54;p1"/>
          <p:cNvSpPr/>
          <p:nvPr/>
        </p:nvSpPr>
        <p:spPr>
          <a:xfrm>
            <a:off x="0" y="0"/>
            <a:ext cx="9000000" cy="5040000"/>
          </a:xfrm>
          <a:prstGeom prst="rect">
            <a:avLst/>
          </a:prstGeom>
          <a:solidFill>
            <a:srgbClr val="123194"/>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5" name="Google Shape;55;p1"/>
          <p:cNvSpPr txBox="1"/>
          <p:nvPr/>
        </p:nvSpPr>
        <p:spPr>
          <a:xfrm>
            <a:off x="348858" y="3853497"/>
            <a:ext cx="7347300" cy="1147800"/>
          </a:xfrm>
          <a:prstGeom prst="rect">
            <a:avLst/>
          </a:prstGeom>
          <a:noFill/>
          <a:ln>
            <a:noFill/>
          </a:ln>
        </p:spPr>
        <p:txBody>
          <a:bodyPr spcFirstLastPara="1" wrap="square" lIns="91425" tIns="91425" rIns="91425" bIns="91425" anchor="t" anchorCtr="0">
            <a:noAutofit/>
          </a:bodyPr>
          <a:lstStyle/>
          <a:p>
            <a:pPr marL="0" marR="0" lvl="0" indent="0" algn="l" rtl="0">
              <a:lnSpc>
                <a:spcPct val="115000"/>
              </a:lnSpc>
              <a:spcBef>
                <a:spcPts val="0"/>
              </a:spcBef>
              <a:spcAft>
                <a:spcPts val="0"/>
              </a:spcAft>
              <a:buClr>
                <a:srgbClr val="000000"/>
              </a:buClr>
              <a:buSzPts val="1600"/>
              <a:buFont typeface="Arial"/>
              <a:buNone/>
            </a:pPr>
            <a:r>
              <a:rPr lang="ru" sz="1600" b="0" i="0" u="none" strike="noStrike" cap="none">
                <a:solidFill>
                  <a:schemeClr val="lt1"/>
                </a:solidFill>
                <a:latin typeface="Montserrat"/>
                <a:ea typeface="Montserrat"/>
                <a:cs typeface="Montserrat"/>
                <a:sym typeface="Montserrat"/>
              </a:rPr>
              <a:t>Фамилия и инициалы с</a:t>
            </a:r>
            <a:r>
              <a:rPr lang="ru" sz="1600">
                <a:solidFill>
                  <a:schemeClr val="lt1"/>
                </a:solidFill>
                <a:latin typeface="Montserrat"/>
                <a:ea typeface="Montserrat"/>
                <a:cs typeface="Montserrat"/>
                <a:sym typeface="Montserrat"/>
              </a:rPr>
              <a:t>тудента 1</a:t>
            </a:r>
            <a:endParaRPr sz="1600" b="0" i="0" u="none" strike="noStrike" cap="none">
              <a:solidFill>
                <a:schemeClr val="lt1"/>
              </a:solidFill>
              <a:latin typeface="Montserrat"/>
              <a:ea typeface="Montserrat"/>
              <a:cs typeface="Montserrat"/>
              <a:sym typeface="Montserrat"/>
            </a:endParaRPr>
          </a:p>
          <a:p>
            <a:pPr marL="0" lvl="0" indent="0" algn="l" rtl="0">
              <a:lnSpc>
                <a:spcPct val="115000"/>
              </a:lnSpc>
              <a:spcBef>
                <a:spcPts val="0"/>
              </a:spcBef>
              <a:spcAft>
                <a:spcPts val="0"/>
              </a:spcAft>
              <a:buClr>
                <a:schemeClr val="dk1"/>
              </a:buClr>
              <a:buSzPts val="1600"/>
              <a:buFont typeface="Arial"/>
              <a:buNone/>
            </a:pPr>
            <a:r>
              <a:rPr lang="ru" sz="1600">
                <a:solidFill>
                  <a:schemeClr val="lt1"/>
                </a:solidFill>
                <a:latin typeface="Montserrat"/>
                <a:ea typeface="Montserrat"/>
                <a:cs typeface="Montserrat"/>
                <a:sym typeface="Montserrat"/>
              </a:rPr>
              <a:t>Фамилия и инициалы студента 2</a:t>
            </a:r>
            <a:endParaRPr sz="1600">
              <a:solidFill>
                <a:schemeClr val="lt1"/>
              </a:solidFill>
              <a:latin typeface="Montserrat"/>
              <a:ea typeface="Montserrat"/>
              <a:cs typeface="Montserrat"/>
              <a:sym typeface="Montserrat"/>
            </a:endParaRPr>
          </a:p>
          <a:p>
            <a:pPr marL="0" lvl="0" indent="0" algn="l" rtl="0">
              <a:lnSpc>
                <a:spcPct val="115000"/>
              </a:lnSpc>
              <a:spcBef>
                <a:spcPts val="0"/>
              </a:spcBef>
              <a:spcAft>
                <a:spcPts val="0"/>
              </a:spcAft>
              <a:buClr>
                <a:schemeClr val="dk1"/>
              </a:buClr>
              <a:buSzPts val="1600"/>
              <a:buFont typeface="Arial"/>
              <a:buNone/>
            </a:pPr>
            <a:r>
              <a:rPr lang="ru" sz="1600">
                <a:solidFill>
                  <a:schemeClr val="lt1"/>
                </a:solidFill>
                <a:latin typeface="Montserrat"/>
                <a:ea typeface="Montserrat"/>
                <a:cs typeface="Montserrat"/>
                <a:sym typeface="Montserrat"/>
              </a:rPr>
              <a:t>Фамилия и инициалы студента 3</a:t>
            </a:r>
            <a:endParaRPr sz="1600">
              <a:solidFill>
                <a:schemeClr val="lt1"/>
              </a:solidFill>
              <a:latin typeface="Montserrat"/>
              <a:ea typeface="Montserrat"/>
              <a:cs typeface="Montserrat"/>
              <a:sym typeface="Montserrat"/>
            </a:endParaRPr>
          </a:p>
        </p:txBody>
      </p:sp>
      <p:pic>
        <p:nvPicPr>
          <p:cNvPr id="56" name="Google Shape;56;p1"/>
          <p:cNvPicPr preferRelativeResize="0"/>
          <p:nvPr/>
        </p:nvPicPr>
        <p:blipFill rotWithShape="1">
          <a:blip r:embed="rId3">
            <a:alphaModFix/>
          </a:blip>
          <a:srcRect/>
          <a:stretch/>
        </p:blipFill>
        <p:spPr>
          <a:xfrm>
            <a:off x="7729623" y="156412"/>
            <a:ext cx="847909" cy="415398"/>
          </a:xfrm>
          <a:prstGeom prst="rect">
            <a:avLst/>
          </a:prstGeom>
          <a:noFill/>
          <a:ln>
            <a:noFill/>
          </a:ln>
        </p:spPr>
      </p:pic>
      <p:sp>
        <p:nvSpPr>
          <p:cNvPr id="57" name="Google Shape;57;p1"/>
          <p:cNvSpPr txBox="1"/>
          <p:nvPr/>
        </p:nvSpPr>
        <p:spPr>
          <a:xfrm>
            <a:off x="337836" y="357677"/>
            <a:ext cx="7347300" cy="11478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5700"/>
              <a:buFont typeface="Arial"/>
              <a:buNone/>
            </a:pPr>
            <a:r>
              <a:rPr lang="ru" sz="3000" b="1">
                <a:solidFill>
                  <a:schemeClr val="lt1"/>
                </a:solidFill>
                <a:latin typeface="Montserrat"/>
                <a:ea typeface="Montserrat"/>
                <a:cs typeface="Montserrat"/>
                <a:sym typeface="Montserrat"/>
              </a:rPr>
              <a:t>Название презентации</a:t>
            </a:r>
            <a:endParaRPr sz="3000" b="1" i="0" u="none" strike="noStrike" cap="none">
              <a:solidFill>
                <a:schemeClr val="lt1"/>
              </a:solidFill>
              <a:latin typeface="Montserrat"/>
              <a:ea typeface="Montserrat"/>
              <a:cs typeface="Montserrat"/>
              <a:sym typeface="Montserrat"/>
            </a:endParaRPr>
          </a:p>
        </p:txBody>
      </p:sp>
      <p:pic>
        <p:nvPicPr>
          <p:cNvPr id="58" name="Google Shape;58;p1"/>
          <p:cNvPicPr preferRelativeResize="0"/>
          <p:nvPr/>
        </p:nvPicPr>
        <p:blipFill rotWithShape="1">
          <a:blip r:embed="rId4">
            <a:alphaModFix/>
          </a:blip>
          <a:srcRect/>
          <a:stretch/>
        </p:blipFill>
        <p:spPr>
          <a:xfrm>
            <a:off x="4927305" y="793440"/>
            <a:ext cx="5270740" cy="914400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62"/>
        <p:cNvGrpSpPr/>
        <p:nvPr/>
      </p:nvGrpSpPr>
      <p:grpSpPr>
        <a:xfrm>
          <a:off x="0" y="0"/>
          <a:ext cx="0" cy="0"/>
          <a:chOff x="0" y="0"/>
          <a:chExt cx="0" cy="0"/>
        </a:xfrm>
      </p:grpSpPr>
      <p:sp>
        <p:nvSpPr>
          <p:cNvPr id="63" name="Google Shape;63;p5"/>
          <p:cNvSpPr txBox="1"/>
          <p:nvPr/>
        </p:nvSpPr>
        <p:spPr>
          <a:xfrm>
            <a:off x="368558" y="285105"/>
            <a:ext cx="8247900" cy="7707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2800"/>
              <a:buFont typeface="Arial"/>
              <a:buNone/>
            </a:pPr>
            <a:r>
              <a:rPr lang="ru" sz="2800" b="1">
                <a:solidFill>
                  <a:srgbClr val="123194"/>
                </a:solidFill>
                <a:latin typeface="Montserrat"/>
                <a:ea typeface="Montserrat"/>
                <a:cs typeface="Montserrat"/>
                <a:sym typeface="Montserrat"/>
              </a:rPr>
              <a:t>Заголовок</a:t>
            </a:r>
            <a:endParaRPr sz="2800" b="1" i="0" u="none" strike="noStrike" cap="none">
              <a:solidFill>
                <a:srgbClr val="123194"/>
              </a:solidFill>
              <a:latin typeface="Montserrat"/>
              <a:ea typeface="Montserrat"/>
              <a:cs typeface="Montserrat"/>
              <a:sym typeface="Montserrat"/>
            </a:endParaRPr>
          </a:p>
        </p:txBody>
      </p:sp>
      <p:sp>
        <p:nvSpPr>
          <p:cNvPr id="64" name="Google Shape;64;p5"/>
          <p:cNvSpPr txBox="1"/>
          <p:nvPr/>
        </p:nvSpPr>
        <p:spPr>
          <a:xfrm>
            <a:off x="368550" y="1239497"/>
            <a:ext cx="8167800" cy="1614600"/>
          </a:xfrm>
          <a:prstGeom prst="rect">
            <a:avLst/>
          </a:prstGeom>
          <a:noFill/>
          <a:ln>
            <a:noFill/>
          </a:ln>
        </p:spPr>
        <p:txBody>
          <a:bodyPr spcFirstLastPara="1" wrap="square" lIns="91425" tIns="91425" rIns="91425" bIns="91425" anchor="t" anchorCtr="0">
            <a:noAutofit/>
          </a:bodyPr>
          <a:lstStyle/>
          <a:p>
            <a:pPr marL="0" marR="0" lvl="0" indent="0" algn="l" rtl="0">
              <a:lnSpc>
                <a:spcPct val="115000"/>
              </a:lnSpc>
              <a:spcBef>
                <a:spcPts val="0"/>
              </a:spcBef>
              <a:spcAft>
                <a:spcPts val="0"/>
              </a:spcAft>
              <a:buClr>
                <a:srgbClr val="000000"/>
              </a:buClr>
              <a:buSzPts val="2000"/>
              <a:buFont typeface="Arial"/>
              <a:buNone/>
            </a:pPr>
            <a:r>
              <a:rPr lang="ru" sz="1500" b="0" i="0" u="none" strike="noStrike" cap="none">
                <a:solidFill>
                  <a:srgbClr val="000000"/>
                </a:solidFill>
                <a:latin typeface="Montserrat"/>
                <a:ea typeface="Montserrat"/>
                <a:cs typeface="Montserrat"/>
                <a:sym typeface="Montserrat"/>
              </a:rPr>
              <a:t>Текст </a:t>
            </a:r>
            <a:r>
              <a:rPr lang="ru" sz="1500" b="0" i="0" u="none" strike="noStrike" cap="none">
                <a:solidFill>
                  <a:schemeClr val="dk1"/>
                </a:solidFill>
                <a:latin typeface="Montserrat"/>
                <a:ea typeface="Montserrat"/>
                <a:cs typeface="Montserrat"/>
                <a:sym typeface="Montserrat"/>
              </a:rPr>
              <a:t>Текст Текст Текст Текст Текст Текст Текст Текст Текст Текст Текст Текст Текст Текст Текст Текст Текст Текст Текст Текст Текст Текст Текст Текст Текст Текст Текст Текст Текст Текст Текст Текст Текст Текст </a:t>
            </a:r>
            <a:endParaRPr sz="1500" b="0" i="0" u="none" strike="noStrike" cap="none">
              <a:solidFill>
                <a:schemeClr val="dk1"/>
              </a:solidFill>
              <a:latin typeface="Montserrat"/>
              <a:ea typeface="Montserrat"/>
              <a:cs typeface="Montserrat"/>
              <a:sym typeface="Montserrat"/>
            </a:endParaRPr>
          </a:p>
          <a:p>
            <a:pPr marL="0" marR="0" lvl="0" indent="0" algn="l" rtl="0">
              <a:lnSpc>
                <a:spcPct val="115000"/>
              </a:lnSpc>
              <a:spcBef>
                <a:spcPts val="0"/>
              </a:spcBef>
              <a:spcAft>
                <a:spcPts val="0"/>
              </a:spcAft>
              <a:buClr>
                <a:srgbClr val="000000"/>
              </a:buClr>
              <a:buSzPts val="2000"/>
              <a:buFont typeface="Arial"/>
              <a:buNone/>
            </a:pPr>
            <a:endParaRPr sz="2000" b="0" i="0" u="none" strike="noStrike" cap="none">
              <a:solidFill>
                <a:schemeClr val="dk1"/>
              </a:solidFill>
              <a:latin typeface="Montserrat"/>
              <a:ea typeface="Montserrat"/>
              <a:cs typeface="Montserrat"/>
              <a:sym typeface="Montserrat"/>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68"/>
        <p:cNvGrpSpPr/>
        <p:nvPr/>
      </p:nvGrpSpPr>
      <p:grpSpPr>
        <a:xfrm>
          <a:off x="0" y="0"/>
          <a:ext cx="0" cy="0"/>
          <a:chOff x="0" y="0"/>
          <a:chExt cx="0" cy="0"/>
        </a:xfrm>
      </p:grpSpPr>
      <p:sp>
        <p:nvSpPr>
          <p:cNvPr id="69" name="Google Shape;69;p9"/>
          <p:cNvSpPr/>
          <p:nvPr/>
        </p:nvSpPr>
        <p:spPr>
          <a:xfrm>
            <a:off x="459250" y="1317775"/>
            <a:ext cx="6391500" cy="3150900"/>
          </a:xfrm>
          <a:prstGeom prst="rect">
            <a:avLst/>
          </a:prstGeom>
          <a:solidFill>
            <a:schemeClr val="lt2"/>
          </a:solidFill>
          <a:ln w="9525" cap="flat" cmpd="sng">
            <a:solidFill>
              <a:srgbClr val="123194"/>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70" name="Google Shape;70;p9"/>
          <p:cNvSpPr txBox="1"/>
          <p:nvPr/>
        </p:nvSpPr>
        <p:spPr>
          <a:xfrm>
            <a:off x="349472" y="4542772"/>
            <a:ext cx="8080500" cy="3855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300"/>
              <a:buFont typeface="Arial"/>
              <a:buNone/>
            </a:pPr>
            <a:r>
              <a:rPr lang="ru" sz="1300" b="0" i="0" u="none" strike="noStrike" cap="none">
                <a:solidFill>
                  <a:schemeClr val="dk1"/>
                </a:solidFill>
                <a:latin typeface="Montserrat"/>
                <a:ea typeface="Montserrat"/>
                <a:cs typeface="Montserrat"/>
                <a:sym typeface="Montserrat"/>
              </a:rPr>
              <a:t>Подпись к изображени</a:t>
            </a:r>
            <a:r>
              <a:rPr lang="ru" sz="1300">
                <a:solidFill>
                  <a:schemeClr val="dk1"/>
                </a:solidFill>
                <a:latin typeface="Montserrat"/>
                <a:ea typeface="Montserrat"/>
                <a:cs typeface="Montserrat"/>
                <a:sym typeface="Montserrat"/>
              </a:rPr>
              <a:t>ю</a:t>
            </a:r>
            <a:endParaRPr sz="1300" b="0" i="0" u="none" strike="noStrike" cap="none">
              <a:solidFill>
                <a:srgbClr val="123194"/>
              </a:solidFill>
              <a:latin typeface="Montserrat"/>
              <a:ea typeface="Montserrat"/>
              <a:cs typeface="Montserrat"/>
              <a:sym typeface="Montserrat"/>
            </a:endParaRPr>
          </a:p>
          <a:p>
            <a:pPr marL="0" marR="0" lvl="0" indent="0" algn="l" rtl="0">
              <a:lnSpc>
                <a:spcPct val="115000"/>
              </a:lnSpc>
              <a:spcBef>
                <a:spcPts val="0"/>
              </a:spcBef>
              <a:spcAft>
                <a:spcPts val="0"/>
              </a:spcAft>
              <a:buClr>
                <a:schemeClr val="dk1"/>
              </a:buClr>
              <a:buSzPts val="1100"/>
              <a:buFont typeface="Arial"/>
              <a:buNone/>
            </a:pPr>
            <a:endParaRPr sz="1300" b="0" i="0" u="none" strike="noStrike" cap="none">
              <a:solidFill>
                <a:schemeClr val="dk1"/>
              </a:solidFill>
              <a:latin typeface="Montserrat"/>
              <a:ea typeface="Montserrat"/>
              <a:cs typeface="Montserrat"/>
              <a:sym typeface="Montserrat"/>
            </a:endParaRPr>
          </a:p>
          <a:p>
            <a:pPr marL="0" marR="0" lvl="0" indent="0" algn="l" rtl="0">
              <a:lnSpc>
                <a:spcPct val="100000"/>
              </a:lnSpc>
              <a:spcBef>
                <a:spcPts val="0"/>
              </a:spcBef>
              <a:spcAft>
                <a:spcPts val="0"/>
              </a:spcAft>
              <a:buClr>
                <a:srgbClr val="000000"/>
              </a:buClr>
              <a:buSzPts val="1300"/>
              <a:buFont typeface="Arial"/>
              <a:buNone/>
            </a:pPr>
            <a:endParaRPr sz="1300" b="0" i="0" u="none" strike="noStrike" cap="none">
              <a:solidFill>
                <a:schemeClr val="dk1"/>
              </a:solidFill>
              <a:latin typeface="Montserrat"/>
              <a:ea typeface="Montserrat"/>
              <a:cs typeface="Montserrat"/>
              <a:sym typeface="Montserrat"/>
            </a:endParaRPr>
          </a:p>
        </p:txBody>
      </p:sp>
      <p:sp>
        <p:nvSpPr>
          <p:cNvPr id="71" name="Google Shape;71;p9"/>
          <p:cNvSpPr txBox="1"/>
          <p:nvPr/>
        </p:nvSpPr>
        <p:spPr>
          <a:xfrm>
            <a:off x="368558" y="285105"/>
            <a:ext cx="8247900" cy="7707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2800"/>
              <a:buFont typeface="Arial"/>
              <a:buNone/>
            </a:pPr>
            <a:r>
              <a:rPr lang="ru" sz="2800" b="1">
                <a:solidFill>
                  <a:srgbClr val="123194"/>
                </a:solidFill>
                <a:latin typeface="Montserrat"/>
                <a:ea typeface="Montserrat"/>
                <a:cs typeface="Montserrat"/>
                <a:sym typeface="Montserrat"/>
              </a:rPr>
              <a:t>Заголовок</a:t>
            </a:r>
            <a:endParaRPr sz="2800" b="1" i="0" u="none" strike="noStrike" cap="none">
              <a:solidFill>
                <a:srgbClr val="123194"/>
              </a:solidFill>
              <a:latin typeface="Montserrat"/>
              <a:ea typeface="Montserrat"/>
              <a:cs typeface="Montserrat"/>
              <a:sym typeface="Montserrat"/>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75"/>
        <p:cNvGrpSpPr/>
        <p:nvPr/>
      </p:nvGrpSpPr>
      <p:grpSpPr>
        <a:xfrm>
          <a:off x="0" y="0"/>
          <a:ext cx="0" cy="0"/>
          <a:chOff x="0" y="0"/>
          <a:chExt cx="0" cy="0"/>
        </a:xfrm>
      </p:grpSpPr>
      <p:pic>
        <p:nvPicPr>
          <p:cNvPr id="76" name="Google Shape;76;p8"/>
          <p:cNvPicPr preferRelativeResize="0"/>
          <p:nvPr/>
        </p:nvPicPr>
        <p:blipFill rotWithShape="1">
          <a:blip r:embed="rId3">
            <a:alphaModFix/>
          </a:blip>
          <a:srcRect/>
          <a:stretch/>
        </p:blipFill>
        <p:spPr>
          <a:xfrm>
            <a:off x="388628" y="4493079"/>
            <a:ext cx="847909" cy="415398"/>
          </a:xfrm>
          <a:prstGeom prst="rect">
            <a:avLst/>
          </a:prstGeom>
          <a:noFill/>
          <a:ln>
            <a:noFill/>
          </a:ln>
        </p:spPr>
      </p:pic>
      <p:sp>
        <p:nvSpPr>
          <p:cNvPr id="77" name="Google Shape;77;p8"/>
          <p:cNvSpPr txBox="1"/>
          <p:nvPr/>
        </p:nvSpPr>
        <p:spPr>
          <a:xfrm>
            <a:off x="327624" y="593398"/>
            <a:ext cx="8167800" cy="3500100"/>
          </a:xfrm>
          <a:prstGeom prst="rect">
            <a:avLst/>
          </a:prstGeom>
          <a:noFill/>
          <a:ln>
            <a:noFill/>
          </a:ln>
        </p:spPr>
        <p:txBody>
          <a:bodyPr spcFirstLastPara="1" wrap="square" lIns="91425" tIns="91425" rIns="91425" bIns="91425" anchor="t" anchorCtr="0">
            <a:noAutofit/>
          </a:bodyPr>
          <a:lstStyle/>
          <a:p>
            <a:pPr marL="0" marR="0" lvl="0" indent="0" algn="l" rtl="0">
              <a:lnSpc>
                <a:spcPct val="115000"/>
              </a:lnSpc>
              <a:spcBef>
                <a:spcPts val="0"/>
              </a:spcBef>
              <a:spcAft>
                <a:spcPts val="0"/>
              </a:spcAft>
              <a:buClr>
                <a:srgbClr val="000000"/>
              </a:buClr>
              <a:buSzPts val="3000"/>
              <a:buFont typeface="Arial"/>
              <a:buNone/>
            </a:pPr>
            <a:r>
              <a:rPr lang="ru" sz="3000" b="0" i="0" u="none" strike="noStrike" cap="none">
                <a:solidFill>
                  <a:srgbClr val="123194"/>
                </a:solidFill>
                <a:latin typeface="Montserrat"/>
                <a:ea typeface="Montserrat"/>
                <a:cs typeface="Montserrat"/>
                <a:sym typeface="Montserrat"/>
              </a:rPr>
              <a:t>Какая-то </a:t>
            </a:r>
            <a:r>
              <a:rPr lang="ru" sz="3000" b="1" i="0" u="none" strike="noStrike" cap="none">
                <a:solidFill>
                  <a:srgbClr val="123194"/>
                </a:solidFill>
                <a:latin typeface="Montserrat"/>
                <a:ea typeface="Montserrat"/>
                <a:cs typeface="Montserrat"/>
                <a:sym typeface="Montserrat"/>
              </a:rPr>
              <a:t>важная</a:t>
            </a:r>
            <a:r>
              <a:rPr lang="ru" sz="3000" b="0" i="0" u="none" strike="noStrike" cap="none">
                <a:solidFill>
                  <a:srgbClr val="123194"/>
                </a:solidFill>
                <a:latin typeface="Montserrat"/>
                <a:ea typeface="Montserrat"/>
                <a:cs typeface="Montserrat"/>
                <a:sym typeface="Montserrat"/>
              </a:rPr>
              <a:t>, крупная мысль </a:t>
            </a:r>
            <a:br>
              <a:rPr lang="ru" sz="3000" b="0" i="0" u="none" strike="noStrike" cap="none">
                <a:solidFill>
                  <a:srgbClr val="123194"/>
                </a:solidFill>
                <a:latin typeface="Montserrat"/>
                <a:ea typeface="Montserrat"/>
                <a:cs typeface="Montserrat"/>
                <a:sym typeface="Montserrat"/>
              </a:rPr>
            </a:br>
            <a:r>
              <a:rPr lang="ru" sz="3000" b="0" i="0" u="none" strike="noStrike" cap="none">
                <a:solidFill>
                  <a:srgbClr val="123194"/>
                </a:solidFill>
                <a:latin typeface="Montserrat"/>
                <a:ea typeface="Montserrat"/>
                <a:cs typeface="Montserrat"/>
                <a:sym typeface="Montserrat"/>
              </a:rPr>
              <a:t>на отдельном слайде</a:t>
            </a:r>
            <a:endParaRPr sz="3000" b="0" i="0" u="none" strike="noStrike" cap="none">
              <a:solidFill>
                <a:srgbClr val="123194"/>
              </a:solidFill>
              <a:latin typeface="Montserrat"/>
              <a:ea typeface="Montserrat"/>
              <a:cs typeface="Montserrat"/>
              <a:sym typeface="Montserrat"/>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81"/>
        <p:cNvGrpSpPr/>
        <p:nvPr/>
      </p:nvGrpSpPr>
      <p:grpSpPr>
        <a:xfrm>
          <a:off x="0" y="0"/>
          <a:ext cx="0" cy="0"/>
          <a:chOff x="0" y="0"/>
          <a:chExt cx="0" cy="0"/>
        </a:xfrm>
      </p:grpSpPr>
      <p:sp>
        <p:nvSpPr>
          <p:cNvPr id="82" name="Google Shape;82;p20"/>
          <p:cNvSpPr/>
          <p:nvPr/>
        </p:nvSpPr>
        <p:spPr>
          <a:xfrm>
            <a:off x="13125" y="-9549"/>
            <a:ext cx="9000000" cy="5040000"/>
          </a:xfrm>
          <a:prstGeom prst="rect">
            <a:avLst/>
          </a:prstGeom>
          <a:solidFill>
            <a:srgbClr val="123194"/>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pic>
        <p:nvPicPr>
          <p:cNvPr id="83" name="Google Shape;83;p20"/>
          <p:cNvPicPr preferRelativeResize="0"/>
          <p:nvPr/>
        </p:nvPicPr>
        <p:blipFill rotWithShape="1">
          <a:blip r:embed="rId3">
            <a:alphaModFix/>
          </a:blip>
          <a:srcRect/>
          <a:stretch/>
        </p:blipFill>
        <p:spPr>
          <a:xfrm>
            <a:off x="388628" y="4493079"/>
            <a:ext cx="847909" cy="415398"/>
          </a:xfrm>
          <a:prstGeom prst="rect">
            <a:avLst/>
          </a:prstGeom>
          <a:noFill/>
          <a:ln>
            <a:noFill/>
          </a:ln>
        </p:spPr>
      </p:pic>
      <p:sp>
        <p:nvSpPr>
          <p:cNvPr id="84" name="Google Shape;84;p20"/>
          <p:cNvSpPr txBox="1"/>
          <p:nvPr/>
        </p:nvSpPr>
        <p:spPr>
          <a:xfrm>
            <a:off x="340866" y="384361"/>
            <a:ext cx="8247900" cy="7707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2800"/>
              <a:buFont typeface="Arial"/>
              <a:buNone/>
            </a:pPr>
            <a:r>
              <a:rPr lang="ru" sz="2800" b="1">
                <a:solidFill>
                  <a:schemeClr val="lt1"/>
                </a:solidFill>
                <a:latin typeface="Montserrat"/>
                <a:ea typeface="Montserrat"/>
                <a:cs typeface="Montserrat"/>
                <a:sym typeface="Montserrat"/>
              </a:rPr>
              <a:t>Заголовок</a:t>
            </a:r>
            <a:endParaRPr sz="2800" b="1" i="0" u="none" strike="noStrike" cap="none">
              <a:solidFill>
                <a:schemeClr val="lt1"/>
              </a:solidFill>
              <a:latin typeface="Montserrat"/>
              <a:ea typeface="Montserrat"/>
              <a:cs typeface="Montserrat"/>
              <a:sym typeface="Montserrat"/>
            </a:endParaRPr>
          </a:p>
        </p:txBody>
      </p:sp>
      <p:sp>
        <p:nvSpPr>
          <p:cNvPr id="85" name="Google Shape;85;p20"/>
          <p:cNvSpPr txBox="1"/>
          <p:nvPr/>
        </p:nvSpPr>
        <p:spPr>
          <a:xfrm>
            <a:off x="281039" y="1151253"/>
            <a:ext cx="8167800" cy="3500100"/>
          </a:xfrm>
          <a:prstGeom prst="rect">
            <a:avLst/>
          </a:prstGeom>
          <a:noFill/>
          <a:ln>
            <a:noFill/>
          </a:ln>
        </p:spPr>
        <p:txBody>
          <a:bodyPr spcFirstLastPara="1" wrap="square" lIns="91425" tIns="91425" rIns="91425" bIns="91425" anchor="t" anchorCtr="0">
            <a:noAutofit/>
          </a:bodyPr>
          <a:lstStyle/>
          <a:p>
            <a:pPr marL="457200" marR="0" lvl="0" indent="-355600" algn="l" rtl="0">
              <a:lnSpc>
                <a:spcPct val="115000"/>
              </a:lnSpc>
              <a:spcBef>
                <a:spcPts val="0"/>
              </a:spcBef>
              <a:spcAft>
                <a:spcPts val="0"/>
              </a:spcAft>
              <a:buClr>
                <a:schemeClr val="lt1"/>
              </a:buClr>
              <a:buSzPts val="2000"/>
              <a:buFont typeface="Montserrat"/>
              <a:buChar char="■"/>
            </a:pPr>
            <a:r>
              <a:rPr lang="ru" sz="2000" b="0" i="0" u="none" strike="noStrike" cap="none">
                <a:solidFill>
                  <a:schemeClr val="lt1"/>
                </a:solidFill>
                <a:latin typeface="Montserrat"/>
                <a:ea typeface="Montserrat"/>
                <a:cs typeface="Montserrat"/>
                <a:sym typeface="Montserrat"/>
              </a:rPr>
              <a:t>Список</a:t>
            </a:r>
            <a:endParaRPr sz="2000" b="0" i="0" u="none" strike="noStrike" cap="none">
              <a:solidFill>
                <a:schemeClr val="lt1"/>
              </a:solidFill>
              <a:latin typeface="Montserrat"/>
              <a:ea typeface="Montserrat"/>
              <a:cs typeface="Montserrat"/>
              <a:sym typeface="Montserrat"/>
            </a:endParaRPr>
          </a:p>
          <a:p>
            <a:pPr marL="457200" marR="0" lvl="0" indent="-355600" algn="l" rtl="0">
              <a:lnSpc>
                <a:spcPct val="115000"/>
              </a:lnSpc>
              <a:spcBef>
                <a:spcPts val="1800"/>
              </a:spcBef>
              <a:spcAft>
                <a:spcPts val="0"/>
              </a:spcAft>
              <a:buClr>
                <a:schemeClr val="lt1"/>
              </a:buClr>
              <a:buSzPts val="2000"/>
              <a:buFont typeface="Montserrat"/>
              <a:buChar char="■"/>
            </a:pPr>
            <a:r>
              <a:rPr lang="ru" sz="2000" b="0" i="0" u="none" strike="noStrike" cap="none">
                <a:solidFill>
                  <a:schemeClr val="lt1"/>
                </a:solidFill>
                <a:latin typeface="Montserrat"/>
                <a:ea typeface="Montserrat"/>
                <a:cs typeface="Montserrat"/>
                <a:sym typeface="Montserrat"/>
              </a:rPr>
              <a:t>Список</a:t>
            </a:r>
            <a:endParaRPr sz="2000" b="0" i="0" u="none" strike="noStrike" cap="none">
              <a:solidFill>
                <a:schemeClr val="lt1"/>
              </a:solidFill>
              <a:latin typeface="Montserrat"/>
              <a:ea typeface="Montserrat"/>
              <a:cs typeface="Montserrat"/>
              <a:sym typeface="Montserrat"/>
            </a:endParaRPr>
          </a:p>
          <a:p>
            <a:pPr marL="457200" marR="0" lvl="0" indent="-355600" algn="l" rtl="0">
              <a:lnSpc>
                <a:spcPct val="115000"/>
              </a:lnSpc>
              <a:spcBef>
                <a:spcPts val="1800"/>
              </a:spcBef>
              <a:spcAft>
                <a:spcPts val="0"/>
              </a:spcAft>
              <a:buClr>
                <a:schemeClr val="lt1"/>
              </a:buClr>
              <a:buSzPts val="2000"/>
              <a:buFont typeface="Montserrat"/>
              <a:buChar char="■"/>
            </a:pPr>
            <a:r>
              <a:rPr lang="ru" sz="2000" b="0" i="0" u="none" strike="noStrike" cap="none">
                <a:solidFill>
                  <a:schemeClr val="lt1"/>
                </a:solidFill>
                <a:latin typeface="Montserrat"/>
                <a:ea typeface="Montserrat"/>
                <a:cs typeface="Montserrat"/>
                <a:sym typeface="Montserrat"/>
              </a:rPr>
              <a:t>Список </a:t>
            </a:r>
            <a:endParaRPr sz="2000" b="0" i="0" u="none" strike="noStrike" cap="none">
              <a:solidFill>
                <a:schemeClr val="lt1"/>
              </a:solidFill>
              <a:latin typeface="Montserrat"/>
              <a:ea typeface="Montserrat"/>
              <a:cs typeface="Montserrat"/>
              <a:sym typeface="Montserrat"/>
            </a:endParaRPr>
          </a:p>
          <a:p>
            <a:pPr marL="457200" marR="0" lvl="0" indent="0" algn="l" rtl="0">
              <a:lnSpc>
                <a:spcPct val="115000"/>
              </a:lnSpc>
              <a:spcBef>
                <a:spcPts val="1800"/>
              </a:spcBef>
              <a:spcAft>
                <a:spcPts val="1800"/>
              </a:spcAft>
              <a:buClr>
                <a:srgbClr val="000000"/>
              </a:buClr>
              <a:buSzPts val="2000"/>
              <a:buFont typeface="Arial"/>
              <a:buNone/>
            </a:pPr>
            <a:endParaRPr sz="2000" b="0" i="0" u="none" strike="noStrike" cap="none">
              <a:solidFill>
                <a:schemeClr val="lt1"/>
              </a:solidFill>
              <a:latin typeface="Montserrat"/>
              <a:ea typeface="Montserrat"/>
              <a:cs typeface="Montserrat"/>
              <a:sym typeface="Montserrat"/>
            </a:endParaRPr>
          </a:p>
        </p:txBody>
      </p:sp>
      <p:pic>
        <p:nvPicPr>
          <p:cNvPr id="86" name="Google Shape;86;p20"/>
          <p:cNvPicPr preferRelativeResize="0"/>
          <p:nvPr/>
        </p:nvPicPr>
        <p:blipFill rotWithShape="1">
          <a:blip r:embed="rId4">
            <a:alphaModFix/>
          </a:blip>
          <a:srcRect/>
          <a:stretch/>
        </p:blipFill>
        <p:spPr>
          <a:xfrm>
            <a:off x="6516984" y="2755723"/>
            <a:ext cx="2023175" cy="2070750"/>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90"/>
        <p:cNvGrpSpPr/>
        <p:nvPr/>
      </p:nvGrpSpPr>
      <p:grpSpPr>
        <a:xfrm>
          <a:off x="0" y="0"/>
          <a:ext cx="0" cy="0"/>
          <a:chOff x="0" y="0"/>
          <a:chExt cx="0" cy="0"/>
        </a:xfrm>
      </p:grpSpPr>
      <p:sp>
        <p:nvSpPr>
          <p:cNvPr id="91" name="Google Shape;91;p22"/>
          <p:cNvSpPr txBox="1"/>
          <p:nvPr/>
        </p:nvSpPr>
        <p:spPr>
          <a:xfrm>
            <a:off x="292358" y="63537"/>
            <a:ext cx="8247900" cy="7707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3000"/>
              <a:buFont typeface="Arial"/>
              <a:buNone/>
            </a:pPr>
            <a:endParaRPr sz="3000" b="1" i="0" u="none" strike="noStrike" cap="none">
              <a:solidFill>
                <a:srgbClr val="123194"/>
              </a:solidFill>
              <a:latin typeface="Montserrat"/>
              <a:ea typeface="Montserrat"/>
              <a:cs typeface="Montserrat"/>
              <a:sym typeface="Montserrat"/>
            </a:endParaRPr>
          </a:p>
        </p:txBody>
      </p:sp>
      <p:sp>
        <p:nvSpPr>
          <p:cNvPr id="92" name="Google Shape;92;p22"/>
          <p:cNvSpPr txBox="1"/>
          <p:nvPr/>
        </p:nvSpPr>
        <p:spPr>
          <a:xfrm>
            <a:off x="368558" y="-12663"/>
            <a:ext cx="8247900" cy="7707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2800"/>
              <a:buFont typeface="Arial"/>
              <a:buNone/>
            </a:pPr>
            <a:r>
              <a:rPr lang="ru" sz="2800" b="1" i="0" u="none" strike="noStrike" cap="none">
                <a:solidFill>
                  <a:srgbClr val="123194"/>
                </a:solidFill>
                <a:latin typeface="Montserrat"/>
                <a:ea typeface="Montserrat"/>
                <a:cs typeface="Montserrat"/>
                <a:sym typeface="Montserrat"/>
              </a:rPr>
              <a:t>Иконки</a:t>
            </a:r>
            <a:endParaRPr sz="2800" b="1" i="0" u="none" strike="noStrike" cap="none">
              <a:solidFill>
                <a:srgbClr val="123194"/>
              </a:solidFill>
              <a:latin typeface="Montserrat"/>
              <a:ea typeface="Montserrat"/>
              <a:cs typeface="Montserrat"/>
              <a:sym typeface="Montserrat"/>
            </a:endParaRPr>
          </a:p>
        </p:txBody>
      </p:sp>
      <p:pic>
        <p:nvPicPr>
          <p:cNvPr id="93" name="Google Shape;93;p22"/>
          <p:cNvPicPr preferRelativeResize="0"/>
          <p:nvPr/>
        </p:nvPicPr>
        <p:blipFill rotWithShape="1">
          <a:blip r:embed="rId3">
            <a:alphaModFix/>
          </a:blip>
          <a:srcRect/>
          <a:stretch/>
        </p:blipFill>
        <p:spPr>
          <a:xfrm>
            <a:off x="348539" y="559562"/>
            <a:ext cx="1685925" cy="2924175"/>
          </a:xfrm>
          <a:prstGeom prst="rect">
            <a:avLst/>
          </a:prstGeom>
          <a:noFill/>
          <a:ln>
            <a:noFill/>
          </a:ln>
        </p:spPr>
      </p:pic>
      <p:pic>
        <p:nvPicPr>
          <p:cNvPr id="94" name="Google Shape;94;p22"/>
          <p:cNvPicPr preferRelativeResize="0"/>
          <p:nvPr/>
        </p:nvPicPr>
        <p:blipFill rotWithShape="1">
          <a:blip r:embed="rId4">
            <a:alphaModFix/>
          </a:blip>
          <a:srcRect/>
          <a:stretch/>
        </p:blipFill>
        <p:spPr>
          <a:xfrm>
            <a:off x="1979281" y="638012"/>
            <a:ext cx="1752600" cy="2009775"/>
          </a:xfrm>
          <a:prstGeom prst="rect">
            <a:avLst/>
          </a:prstGeom>
          <a:noFill/>
          <a:ln>
            <a:noFill/>
          </a:ln>
        </p:spPr>
      </p:pic>
      <p:pic>
        <p:nvPicPr>
          <p:cNvPr id="95" name="Google Shape;95;p22"/>
          <p:cNvPicPr preferRelativeResize="0"/>
          <p:nvPr/>
        </p:nvPicPr>
        <p:blipFill rotWithShape="1">
          <a:blip r:embed="rId5">
            <a:alphaModFix/>
          </a:blip>
          <a:srcRect/>
          <a:stretch/>
        </p:blipFill>
        <p:spPr>
          <a:xfrm>
            <a:off x="2312069" y="2408849"/>
            <a:ext cx="1619250" cy="1971675"/>
          </a:xfrm>
          <a:prstGeom prst="rect">
            <a:avLst/>
          </a:prstGeom>
          <a:noFill/>
          <a:ln>
            <a:noFill/>
          </a:ln>
        </p:spPr>
      </p:pic>
      <p:pic>
        <p:nvPicPr>
          <p:cNvPr id="96" name="Google Shape;96;p22"/>
          <p:cNvPicPr preferRelativeResize="0"/>
          <p:nvPr/>
        </p:nvPicPr>
        <p:blipFill rotWithShape="1">
          <a:blip r:embed="rId6">
            <a:alphaModFix/>
          </a:blip>
          <a:srcRect/>
          <a:stretch/>
        </p:blipFill>
        <p:spPr>
          <a:xfrm>
            <a:off x="3829081" y="696899"/>
            <a:ext cx="1838325" cy="1381125"/>
          </a:xfrm>
          <a:prstGeom prst="rect">
            <a:avLst/>
          </a:prstGeom>
          <a:noFill/>
          <a:ln>
            <a:noFill/>
          </a:ln>
        </p:spPr>
      </p:pic>
      <p:pic>
        <p:nvPicPr>
          <p:cNvPr id="97" name="Google Shape;97;p22"/>
          <p:cNvPicPr preferRelativeResize="0"/>
          <p:nvPr/>
        </p:nvPicPr>
        <p:blipFill rotWithShape="1">
          <a:blip r:embed="rId7">
            <a:alphaModFix/>
          </a:blip>
          <a:srcRect/>
          <a:stretch/>
        </p:blipFill>
        <p:spPr>
          <a:xfrm>
            <a:off x="6863756" y="635762"/>
            <a:ext cx="1828800" cy="4152900"/>
          </a:xfrm>
          <a:prstGeom prst="rect">
            <a:avLst/>
          </a:prstGeom>
          <a:noFill/>
          <a:ln>
            <a:noFill/>
          </a:ln>
        </p:spPr>
      </p:pic>
      <p:pic>
        <p:nvPicPr>
          <p:cNvPr id="98" name="Google Shape;98;p22"/>
          <p:cNvPicPr preferRelativeResize="0"/>
          <p:nvPr/>
        </p:nvPicPr>
        <p:blipFill rotWithShape="1">
          <a:blip r:embed="rId8">
            <a:alphaModFix/>
          </a:blip>
          <a:srcRect/>
          <a:stretch/>
        </p:blipFill>
        <p:spPr>
          <a:xfrm>
            <a:off x="459856" y="3220363"/>
            <a:ext cx="2038350" cy="1628775"/>
          </a:xfrm>
          <a:prstGeom prst="rect">
            <a:avLst/>
          </a:prstGeom>
          <a:noFill/>
          <a:ln>
            <a:noFill/>
          </a:ln>
        </p:spPr>
      </p:pic>
      <p:pic>
        <p:nvPicPr>
          <p:cNvPr id="99" name="Google Shape;99;p22"/>
          <p:cNvPicPr preferRelativeResize="0"/>
          <p:nvPr/>
        </p:nvPicPr>
        <p:blipFill rotWithShape="1">
          <a:blip r:embed="rId9">
            <a:alphaModFix/>
          </a:blip>
          <a:srcRect/>
          <a:stretch/>
        </p:blipFill>
        <p:spPr>
          <a:xfrm>
            <a:off x="3897381" y="2664587"/>
            <a:ext cx="1876425" cy="2124075"/>
          </a:xfrm>
          <a:prstGeom prst="rect">
            <a:avLst/>
          </a:prstGeom>
          <a:noFill/>
          <a:ln>
            <a:noFill/>
          </a:ln>
        </p:spPr>
      </p:pic>
      <p:pic>
        <p:nvPicPr>
          <p:cNvPr id="100" name="Google Shape;100;p22"/>
          <p:cNvPicPr preferRelativeResize="0"/>
          <p:nvPr/>
        </p:nvPicPr>
        <p:blipFill rotWithShape="1">
          <a:blip r:embed="rId10">
            <a:alphaModFix/>
          </a:blip>
          <a:srcRect/>
          <a:stretch/>
        </p:blipFill>
        <p:spPr>
          <a:xfrm>
            <a:off x="5892251" y="847550"/>
            <a:ext cx="1019175" cy="266700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04"/>
        <p:cNvGrpSpPr/>
        <p:nvPr/>
      </p:nvGrpSpPr>
      <p:grpSpPr>
        <a:xfrm>
          <a:off x="0" y="0"/>
          <a:ext cx="0" cy="0"/>
          <a:chOff x="0" y="0"/>
          <a:chExt cx="0" cy="0"/>
        </a:xfrm>
      </p:grpSpPr>
      <p:sp>
        <p:nvSpPr>
          <p:cNvPr id="105" name="Google Shape;105;p23"/>
          <p:cNvSpPr txBox="1"/>
          <p:nvPr/>
        </p:nvSpPr>
        <p:spPr>
          <a:xfrm>
            <a:off x="292358" y="63537"/>
            <a:ext cx="8247900" cy="7707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3000"/>
              <a:buFont typeface="Arial"/>
              <a:buNone/>
            </a:pPr>
            <a:endParaRPr sz="3000" b="1" i="0" u="none" strike="noStrike" cap="none">
              <a:solidFill>
                <a:srgbClr val="123194"/>
              </a:solidFill>
              <a:latin typeface="Montserrat"/>
              <a:ea typeface="Montserrat"/>
              <a:cs typeface="Montserrat"/>
              <a:sym typeface="Montserrat"/>
            </a:endParaRPr>
          </a:p>
        </p:txBody>
      </p:sp>
      <p:sp>
        <p:nvSpPr>
          <p:cNvPr id="106" name="Google Shape;106;p23"/>
          <p:cNvSpPr txBox="1"/>
          <p:nvPr/>
        </p:nvSpPr>
        <p:spPr>
          <a:xfrm>
            <a:off x="368558" y="-12663"/>
            <a:ext cx="8247900" cy="7707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2800"/>
              <a:buFont typeface="Arial"/>
              <a:buNone/>
            </a:pPr>
            <a:r>
              <a:rPr lang="ru" sz="2800" b="1" i="0" u="none" strike="noStrike" cap="none">
                <a:solidFill>
                  <a:srgbClr val="123194"/>
                </a:solidFill>
                <a:latin typeface="Montserrat"/>
                <a:ea typeface="Montserrat"/>
                <a:cs typeface="Montserrat"/>
                <a:sym typeface="Montserrat"/>
              </a:rPr>
              <a:t>Иконки</a:t>
            </a:r>
            <a:endParaRPr sz="2800" b="1" i="0" u="none" strike="noStrike" cap="none">
              <a:solidFill>
                <a:srgbClr val="123194"/>
              </a:solidFill>
              <a:latin typeface="Montserrat"/>
              <a:ea typeface="Montserrat"/>
              <a:cs typeface="Montserrat"/>
              <a:sym typeface="Montserrat"/>
            </a:endParaRPr>
          </a:p>
        </p:txBody>
      </p:sp>
      <p:pic>
        <p:nvPicPr>
          <p:cNvPr id="107" name="Google Shape;107;p23"/>
          <p:cNvPicPr preferRelativeResize="0"/>
          <p:nvPr/>
        </p:nvPicPr>
        <p:blipFill rotWithShape="1">
          <a:blip r:embed="rId3">
            <a:alphaModFix/>
          </a:blip>
          <a:srcRect/>
          <a:stretch/>
        </p:blipFill>
        <p:spPr>
          <a:xfrm>
            <a:off x="405338" y="685434"/>
            <a:ext cx="1790700" cy="2190750"/>
          </a:xfrm>
          <a:prstGeom prst="rect">
            <a:avLst/>
          </a:prstGeom>
          <a:noFill/>
          <a:ln>
            <a:noFill/>
          </a:ln>
        </p:spPr>
      </p:pic>
      <p:pic>
        <p:nvPicPr>
          <p:cNvPr id="108" name="Google Shape;108;p23"/>
          <p:cNvPicPr preferRelativeResize="0"/>
          <p:nvPr/>
        </p:nvPicPr>
        <p:blipFill rotWithShape="1">
          <a:blip r:embed="rId4">
            <a:alphaModFix/>
          </a:blip>
          <a:srcRect l="1162" r="1161"/>
          <a:stretch/>
        </p:blipFill>
        <p:spPr>
          <a:xfrm>
            <a:off x="6028626" y="1997451"/>
            <a:ext cx="2428875" cy="2387574"/>
          </a:xfrm>
          <a:prstGeom prst="rect">
            <a:avLst/>
          </a:prstGeom>
          <a:noFill/>
          <a:ln>
            <a:noFill/>
          </a:ln>
        </p:spPr>
      </p:pic>
      <p:pic>
        <p:nvPicPr>
          <p:cNvPr id="109" name="Google Shape;109;p23"/>
          <p:cNvPicPr preferRelativeResize="0"/>
          <p:nvPr/>
        </p:nvPicPr>
        <p:blipFill rotWithShape="1">
          <a:blip r:embed="rId5">
            <a:alphaModFix/>
          </a:blip>
          <a:srcRect/>
          <a:stretch/>
        </p:blipFill>
        <p:spPr>
          <a:xfrm>
            <a:off x="1851089" y="1828600"/>
            <a:ext cx="2352675" cy="2495550"/>
          </a:xfrm>
          <a:prstGeom prst="rect">
            <a:avLst/>
          </a:prstGeom>
          <a:noFill/>
          <a:ln>
            <a:noFill/>
          </a:ln>
        </p:spPr>
      </p:pic>
      <p:pic>
        <p:nvPicPr>
          <p:cNvPr id="110" name="Google Shape;110;p23"/>
          <p:cNvPicPr preferRelativeResize="0"/>
          <p:nvPr/>
        </p:nvPicPr>
        <p:blipFill rotWithShape="1">
          <a:blip r:embed="rId6">
            <a:alphaModFix/>
          </a:blip>
          <a:srcRect/>
          <a:stretch/>
        </p:blipFill>
        <p:spPr>
          <a:xfrm>
            <a:off x="4024989" y="685413"/>
            <a:ext cx="2428875" cy="2486025"/>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14"/>
        <p:cNvGrpSpPr/>
        <p:nvPr/>
      </p:nvGrpSpPr>
      <p:grpSpPr>
        <a:xfrm>
          <a:off x="0" y="0"/>
          <a:ext cx="0" cy="0"/>
          <a:chOff x="0" y="0"/>
          <a:chExt cx="0" cy="0"/>
        </a:xfrm>
      </p:grpSpPr>
      <p:sp>
        <p:nvSpPr>
          <p:cNvPr id="115" name="Google Shape;115;p24"/>
          <p:cNvSpPr txBox="1"/>
          <p:nvPr/>
        </p:nvSpPr>
        <p:spPr>
          <a:xfrm>
            <a:off x="292358" y="63537"/>
            <a:ext cx="8247900" cy="7707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3000"/>
              <a:buFont typeface="Arial"/>
              <a:buNone/>
            </a:pPr>
            <a:endParaRPr sz="3000" b="1" i="0" u="none" strike="noStrike" cap="none">
              <a:solidFill>
                <a:srgbClr val="123194"/>
              </a:solidFill>
              <a:latin typeface="Montserrat"/>
              <a:ea typeface="Montserrat"/>
              <a:cs typeface="Montserrat"/>
              <a:sym typeface="Montserrat"/>
            </a:endParaRPr>
          </a:p>
        </p:txBody>
      </p:sp>
      <p:sp>
        <p:nvSpPr>
          <p:cNvPr id="116" name="Google Shape;116;p24"/>
          <p:cNvSpPr/>
          <p:nvPr/>
        </p:nvSpPr>
        <p:spPr>
          <a:xfrm>
            <a:off x="13125" y="-9549"/>
            <a:ext cx="9000000" cy="5040000"/>
          </a:xfrm>
          <a:prstGeom prst="rect">
            <a:avLst/>
          </a:prstGeom>
          <a:solidFill>
            <a:srgbClr val="123194"/>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17" name="Google Shape;117;p24"/>
          <p:cNvSpPr txBox="1"/>
          <p:nvPr/>
        </p:nvSpPr>
        <p:spPr>
          <a:xfrm>
            <a:off x="368558" y="-12663"/>
            <a:ext cx="8247900" cy="7707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2800"/>
              <a:buFont typeface="Arial"/>
              <a:buNone/>
            </a:pPr>
            <a:r>
              <a:rPr lang="ru" sz="2800" b="1" i="0" u="none" strike="noStrike" cap="none">
                <a:solidFill>
                  <a:schemeClr val="lt1"/>
                </a:solidFill>
                <a:latin typeface="Montserrat"/>
                <a:ea typeface="Montserrat"/>
                <a:cs typeface="Montserrat"/>
                <a:sym typeface="Montserrat"/>
              </a:rPr>
              <a:t>Иконки</a:t>
            </a:r>
            <a:endParaRPr sz="2800" b="1" i="0" u="none" strike="noStrike" cap="none">
              <a:solidFill>
                <a:schemeClr val="lt1"/>
              </a:solidFill>
              <a:latin typeface="Montserrat"/>
              <a:ea typeface="Montserrat"/>
              <a:cs typeface="Montserrat"/>
              <a:sym typeface="Montserrat"/>
            </a:endParaRPr>
          </a:p>
        </p:txBody>
      </p:sp>
      <p:pic>
        <p:nvPicPr>
          <p:cNvPr id="118" name="Google Shape;118;p24"/>
          <p:cNvPicPr preferRelativeResize="0"/>
          <p:nvPr/>
        </p:nvPicPr>
        <p:blipFill rotWithShape="1">
          <a:blip r:embed="rId3">
            <a:alphaModFix/>
          </a:blip>
          <a:srcRect/>
          <a:stretch/>
        </p:blipFill>
        <p:spPr>
          <a:xfrm>
            <a:off x="348539" y="559562"/>
            <a:ext cx="1685925" cy="2924175"/>
          </a:xfrm>
          <a:prstGeom prst="rect">
            <a:avLst/>
          </a:prstGeom>
          <a:noFill/>
          <a:ln>
            <a:noFill/>
          </a:ln>
        </p:spPr>
      </p:pic>
      <p:pic>
        <p:nvPicPr>
          <p:cNvPr id="119" name="Google Shape;119;p24"/>
          <p:cNvPicPr preferRelativeResize="0"/>
          <p:nvPr/>
        </p:nvPicPr>
        <p:blipFill rotWithShape="1">
          <a:blip r:embed="rId4">
            <a:alphaModFix/>
          </a:blip>
          <a:srcRect/>
          <a:stretch/>
        </p:blipFill>
        <p:spPr>
          <a:xfrm>
            <a:off x="1979281" y="638012"/>
            <a:ext cx="1752600" cy="2009775"/>
          </a:xfrm>
          <a:prstGeom prst="rect">
            <a:avLst/>
          </a:prstGeom>
          <a:noFill/>
          <a:ln>
            <a:noFill/>
          </a:ln>
        </p:spPr>
      </p:pic>
      <p:pic>
        <p:nvPicPr>
          <p:cNvPr id="120" name="Google Shape;120;p24"/>
          <p:cNvPicPr preferRelativeResize="0"/>
          <p:nvPr/>
        </p:nvPicPr>
        <p:blipFill rotWithShape="1">
          <a:blip r:embed="rId5">
            <a:alphaModFix/>
          </a:blip>
          <a:srcRect/>
          <a:stretch/>
        </p:blipFill>
        <p:spPr>
          <a:xfrm>
            <a:off x="2312069" y="2408849"/>
            <a:ext cx="1619250" cy="1971675"/>
          </a:xfrm>
          <a:prstGeom prst="rect">
            <a:avLst/>
          </a:prstGeom>
          <a:noFill/>
          <a:ln>
            <a:noFill/>
          </a:ln>
        </p:spPr>
      </p:pic>
      <p:pic>
        <p:nvPicPr>
          <p:cNvPr id="121" name="Google Shape;121;p24"/>
          <p:cNvPicPr preferRelativeResize="0"/>
          <p:nvPr/>
        </p:nvPicPr>
        <p:blipFill rotWithShape="1">
          <a:blip r:embed="rId6">
            <a:alphaModFix/>
          </a:blip>
          <a:srcRect/>
          <a:stretch/>
        </p:blipFill>
        <p:spPr>
          <a:xfrm>
            <a:off x="3829081" y="696899"/>
            <a:ext cx="1838325" cy="1381125"/>
          </a:xfrm>
          <a:prstGeom prst="rect">
            <a:avLst/>
          </a:prstGeom>
          <a:noFill/>
          <a:ln>
            <a:noFill/>
          </a:ln>
        </p:spPr>
      </p:pic>
      <p:pic>
        <p:nvPicPr>
          <p:cNvPr id="122" name="Google Shape;122;p24"/>
          <p:cNvPicPr preferRelativeResize="0"/>
          <p:nvPr/>
        </p:nvPicPr>
        <p:blipFill rotWithShape="1">
          <a:blip r:embed="rId7">
            <a:alphaModFix/>
          </a:blip>
          <a:srcRect/>
          <a:stretch/>
        </p:blipFill>
        <p:spPr>
          <a:xfrm>
            <a:off x="6863756" y="635762"/>
            <a:ext cx="1828800" cy="4152900"/>
          </a:xfrm>
          <a:prstGeom prst="rect">
            <a:avLst/>
          </a:prstGeom>
          <a:noFill/>
          <a:ln>
            <a:noFill/>
          </a:ln>
        </p:spPr>
      </p:pic>
      <p:pic>
        <p:nvPicPr>
          <p:cNvPr id="123" name="Google Shape;123;p24"/>
          <p:cNvPicPr preferRelativeResize="0"/>
          <p:nvPr/>
        </p:nvPicPr>
        <p:blipFill rotWithShape="1">
          <a:blip r:embed="rId8">
            <a:alphaModFix/>
          </a:blip>
          <a:srcRect/>
          <a:stretch/>
        </p:blipFill>
        <p:spPr>
          <a:xfrm>
            <a:off x="459856" y="3220363"/>
            <a:ext cx="2038350" cy="1628775"/>
          </a:xfrm>
          <a:prstGeom prst="rect">
            <a:avLst/>
          </a:prstGeom>
          <a:noFill/>
          <a:ln>
            <a:noFill/>
          </a:ln>
        </p:spPr>
      </p:pic>
      <p:pic>
        <p:nvPicPr>
          <p:cNvPr id="124" name="Google Shape;124;p24"/>
          <p:cNvPicPr preferRelativeResize="0"/>
          <p:nvPr/>
        </p:nvPicPr>
        <p:blipFill rotWithShape="1">
          <a:blip r:embed="rId9">
            <a:alphaModFix/>
          </a:blip>
          <a:srcRect/>
          <a:stretch/>
        </p:blipFill>
        <p:spPr>
          <a:xfrm>
            <a:off x="3897381" y="2664587"/>
            <a:ext cx="1876425" cy="2124075"/>
          </a:xfrm>
          <a:prstGeom prst="rect">
            <a:avLst/>
          </a:prstGeom>
          <a:noFill/>
          <a:ln>
            <a:noFill/>
          </a:ln>
        </p:spPr>
      </p:pic>
      <p:pic>
        <p:nvPicPr>
          <p:cNvPr id="125" name="Google Shape;125;p24"/>
          <p:cNvPicPr preferRelativeResize="0"/>
          <p:nvPr/>
        </p:nvPicPr>
        <p:blipFill rotWithShape="1">
          <a:blip r:embed="rId10">
            <a:alphaModFix/>
          </a:blip>
          <a:srcRect/>
          <a:stretch/>
        </p:blipFill>
        <p:spPr>
          <a:xfrm>
            <a:off x="5892251" y="847550"/>
            <a:ext cx="1019175" cy="26670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29"/>
        <p:cNvGrpSpPr/>
        <p:nvPr/>
      </p:nvGrpSpPr>
      <p:grpSpPr>
        <a:xfrm>
          <a:off x="0" y="0"/>
          <a:ext cx="0" cy="0"/>
          <a:chOff x="0" y="0"/>
          <a:chExt cx="0" cy="0"/>
        </a:xfrm>
      </p:grpSpPr>
      <p:sp>
        <p:nvSpPr>
          <p:cNvPr id="130" name="Google Shape;130;p25"/>
          <p:cNvSpPr txBox="1"/>
          <p:nvPr/>
        </p:nvSpPr>
        <p:spPr>
          <a:xfrm>
            <a:off x="292358" y="63537"/>
            <a:ext cx="8247900" cy="7707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3000"/>
              <a:buFont typeface="Arial"/>
              <a:buNone/>
            </a:pPr>
            <a:endParaRPr sz="3000" b="1" i="0" u="none" strike="noStrike" cap="none">
              <a:solidFill>
                <a:srgbClr val="123194"/>
              </a:solidFill>
              <a:latin typeface="Montserrat"/>
              <a:ea typeface="Montserrat"/>
              <a:cs typeface="Montserrat"/>
              <a:sym typeface="Montserrat"/>
            </a:endParaRPr>
          </a:p>
        </p:txBody>
      </p:sp>
      <p:sp>
        <p:nvSpPr>
          <p:cNvPr id="131" name="Google Shape;131;p25"/>
          <p:cNvSpPr/>
          <p:nvPr/>
        </p:nvSpPr>
        <p:spPr>
          <a:xfrm>
            <a:off x="13125" y="-9549"/>
            <a:ext cx="9000000" cy="5040000"/>
          </a:xfrm>
          <a:prstGeom prst="rect">
            <a:avLst/>
          </a:prstGeom>
          <a:solidFill>
            <a:srgbClr val="123194"/>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32" name="Google Shape;132;p25"/>
          <p:cNvSpPr txBox="1"/>
          <p:nvPr/>
        </p:nvSpPr>
        <p:spPr>
          <a:xfrm>
            <a:off x="368558" y="-12663"/>
            <a:ext cx="8247900" cy="7707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2800"/>
              <a:buFont typeface="Arial"/>
              <a:buNone/>
            </a:pPr>
            <a:r>
              <a:rPr lang="ru" sz="2800" b="1" i="0" u="none" strike="noStrike" cap="none">
                <a:solidFill>
                  <a:schemeClr val="lt1"/>
                </a:solidFill>
                <a:latin typeface="Montserrat"/>
                <a:ea typeface="Montserrat"/>
                <a:cs typeface="Montserrat"/>
                <a:sym typeface="Montserrat"/>
              </a:rPr>
              <a:t>Иконки</a:t>
            </a:r>
            <a:endParaRPr sz="2800" b="1" i="0" u="none" strike="noStrike" cap="none">
              <a:solidFill>
                <a:schemeClr val="lt1"/>
              </a:solidFill>
              <a:latin typeface="Montserrat"/>
              <a:ea typeface="Montserrat"/>
              <a:cs typeface="Montserrat"/>
              <a:sym typeface="Montserrat"/>
            </a:endParaRPr>
          </a:p>
        </p:txBody>
      </p:sp>
      <p:pic>
        <p:nvPicPr>
          <p:cNvPr id="133" name="Google Shape;133;p25"/>
          <p:cNvPicPr preferRelativeResize="0"/>
          <p:nvPr/>
        </p:nvPicPr>
        <p:blipFill rotWithShape="1">
          <a:blip r:embed="rId3">
            <a:alphaModFix/>
          </a:blip>
          <a:srcRect/>
          <a:stretch/>
        </p:blipFill>
        <p:spPr>
          <a:xfrm>
            <a:off x="405338" y="685434"/>
            <a:ext cx="1790700" cy="2190750"/>
          </a:xfrm>
          <a:prstGeom prst="rect">
            <a:avLst/>
          </a:prstGeom>
          <a:noFill/>
          <a:ln>
            <a:noFill/>
          </a:ln>
        </p:spPr>
      </p:pic>
      <p:pic>
        <p:nvPicPr>
          <p:cNvPr id="134" name="Google Shape;134;p25"/>
          <p:cNvPicPr preferRelativeResize="0"/>
          <p:nvPr/>
        </p:nvPicPr>
        <p:blipFill rotWithShape="1">
          <a:blip r:embed="rId4">
            <a:alphaModFix/>
          </a:blip>
          <a:srcRect l="1960" r="1959"/>
          <a:stretch/>
        </p:blipFill>
        <p:spPr>
          <a:xfrm>
            <a:off x="6028626" y="1997451"/>
            <a:ext cx="2428875" cy="2387574"/>
          </a:xfrm>
          <a:prstGeom prst="rect">
            <a:avLst/>
          </a:prstGeom>
          <a:noFill/>
          <a:ln>
            <a:noFill/>
          </a:ln>
        </p:spPr>
      </p:pic>
      <p:pic>
        <p:nvPicPr>
          <p:cNvPr id="135" name="Google Shape;135;p25"/>
          <p:cNvPicPr preferRelativeResize="0"/>
          <p:nvPr/>
        </p:nvPicPr>
        <p:blipFill rotWithShape="1">
          <a:blip r:embed="rId5">
            <a:alphaModFix/>
          </a:blip>
          <a:srcRect/>
          <a:stretch/>
        </p:blipFill>
        <p:spPr>
          <a:xfrm>
            <a:off x="1851089" y="1828600"/>
            <a:ext cx="2352675" cy="2495550"/>
          </a:xfrm>
          <a:prstGeom prst="rect">
            <a:avLst/>
          </a:prstGeom>
          <a:noFill/>
          <a:ln>
            <a:noFill/>
          </a:ln>
        </p:spPr>
      </p:pic>
      <p:pic>
        <p:nvPicPr>
          <p:cNvPr id="136" name="Google Shape;136;p25"/>
          <p:cNvPicPr preferRelativeResize="0"/>
          <p:nvPr/>
        </p:nvPicPr>
        <p:blipFill rotWithShape="1">
          <a:blip r:embed="rId6">
            <a:alphaModFix/>
          </a:blip>
          <a:srcRect/>
          <a:stretch/>
        </p:blipFill>
        <p:spPr>
          <a:xfrm>
            <a:off x="4024989" y="685413"/>
            <a:ext cx="2428875" cy="2486025"/>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40"/>
        <p:cNvGrpSpPr/>
        <p:nvPr/>
      </p:nvGrpSpPr>
      <p:grpSpPr>
        <a:xfrm>
          <a:off x="0" y="0"/>
          <a:ext cx="0" cy="0"/>
          <a:chOff x="0" y="0"/>
          <a:chExt cx="0" cy="0"/>
        </a:xfrm>
      </p:grpSpPr>
      <p:sp>
        <p:nvSpPr>
          <p:cNvPr id="141" name="Google Shape;141;p28"/>
          <p:cNvSpPr/>
          <p:nvPr/>
        </p:nvSpPr>
        <p:spPr>
          <a:xfrm>
            <a:off x="0" y="0"/>
            <a:ext cx="9000000" cy="5040000"/>
          </a:xfrm>
          <a:prstGeom prst="rect">
            <a:avLst/>
          </a:prstGeom>
          <a:solidFill>
            <a:srgbClr val="123194"/>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pic>
        <p:nvPicPr>
          <p:cNvPr id="142" name="Google Shape;142;p28"/>
          <p:cNvPicPr preferRelativeResize="0"/>
          <p:nvPr/>
        </p:nvPicPr>
        <p:blipFill rotWithShape="1">
          <a:blip r:embed="rId3">
            <a:alphaModFix/>
          </a:blip>
          <a:srcRect/>
          <a:stretch/>
        </p:blipFill>
        <p:spPr>
          <a:xfrm>
            <a:off x="419488" y="4491378"/>
            <a:ext cx="847909" cy="415398"/>
          </a:xfrm>
          <a:prstGeom prst="rect">
            <a:avLst/>
          </a:prstGeom>
          <a:noFill/>
          <a:ln>
            <a:noFill/>
          </a:ln>
        </p:spPr>
      </p:pic>
      <p:sp>
        <p:nvSpPr>
          <p:cNvPr id="143" name="Google Shape;143;p28"/>
          <p:cNvSpPr txBox="1"/>
          <p:nvPr/>
        </p:nvSpPr>
        <p:spPr>
          <a:xfrm>
            <a:off x="348864" y="633388"/>
            <a:ext cx="7347300" cy="11478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1000"/>
              </a:spcBef>
              <a:spcAft>
                <a:spcPts val="0"/>
              </a:spcAft>
              <a:buClr>
                <a:srgbClr val="000000"/>
              </a:buClr>
              <a:buSzPts val="5700"/>
              <a:buFont typeface="Arial"/>
              <a:buNone/>
            </a:pPr>
            <a:r>
              <a:rPr lang="ru" sz="4000" b="1" i="0" u="none" strike="noStrike" cap="none">
                <a:solidFill>
                  <a:schemeClr val="lt1"/>
                </a:solidFill>
                <a:latin typeface="Montserrat"/>
                <a:ea typeface="Montserrat"/>
                <a:cs typeface="Montserrat"/>
                <a:sym typeface="Montserrat"/>
              </a:rPr>
              <a:t>Спасибо</a:t>
            </a:r>
            <a:r>
              <a:rPr lang="ru" sz="4000" b="1">
                <a:solidFill>
                  <a:schemeClr val="lt1"/>
                </a:solidFill>
                <a:latin typeface="Montserrat"/>
                <a:ea typeface="Montserrat"/>
                <a:cs typeface="Montserrat"/>
                <a:sym typeface="Montserrat"/>
              </a:rPr>
              <a:t> </a:t>
            </a:r>
            <a:br>
              <a:rPr lang="ru" sz="4000" b="1">
                <a:solidFill>
                  <a:schemeClr val="lt1"/>
                </a:solidFill>
                <a:latin typeface="Montserrat"/>
                <a:ea typeface="Montserrat"/>
                <a:cs typeface="Montserrat"/>
                <a:sym typeface="Montserrat"/>
              </a:rPr>
            </a:br>
            <a:r>
              <a:rPr lang="ru" sz="4000" b="1" i="0" u="none" strike="noStrike" cap="none">
                <a:solidFill>
                  <a:schemeClr val="lt1"/>
                </a:solidFill>
                <a:latin typeface="Montserrat"/>
                <a:ea typeface="Montserrat"/>
                <a:cs typeface="Montserrat"/>
                <a:sym typeface="Montserrat"/>
              </a:rPr>
              <a:t>за внимание!</a:t>
            </a:r>
            <a:endParaRPr sz="4000" b="1" i="0" u="none" strike="noStrike" cap="none">
              <a:solidFill>
                <a:schemeClr val="lt1"/>
              </a:solidFill>
              <a:latin typeface="Montserrat"/>
              <a:ea typeface="Montserrat"/>
              <a:cs typeface="Montserrat"/>
              <a:sym typeface="Montserrat"/>
            </a:endParaRPr>
          </a:p>
        </p:txBody>
      </p:sp>
      <p:pic>
        <p:nvPicPr>
          <p:cNvPr id="144" name="Google Shape;144;p28"/>
          <p:cNvPicPr preferRelativeResize="0"/>
          <p:nvPr/>
        </p:nvPicPr>
        <p:blipFill rotWithShape="1">
          <a:blip r:embed="rId4">
            <a:alphaModFix/>
          </a:blip>
          <a:srcRect/>
          <a:stretch/>
        </p:blipFill>
        <p:spPr>
          <a:xfrm>
            <a:off x="5458314" y="956815"/>
            <a:ext cx="4438650" cy="4133850"/>
          </a:xfrm>
          <a:prstGeom prst="rect">
            <a:avLst/>
          </a:prstGeom>
          <a:noFill/>
          <a:ln>
            <a:noFill/>
          </a:ln>
        </p:spPr>
      </p:pic>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79</Words>
  <Application>Microsoft Macintosh PowerPoint</Application>
  <PresentationFormat>Произвольный</PresentationFormat>
  <Paragraphs>18</Paragraphs>
  <Slides>10</Slides>
  <Notes>10</Notes>
  <HiddenSlides>0</HiddenSlides>
  <MMClips>0</MMClips>
  <ScaleCrop>false</ScaleCrop>
  <HeadingPairs>
    <vt:vector size="6" baseType="variant">
      <vt:variant>
        <vt:lpstr>Использованные шрифты</vt:lpstr>
      </vt:variant>
      <vt:variant>
        <vt:i4>2</vt:i4>
      </vt:variant>
      <vt:variant>
        <vt:lpstr>Тема</vt:lpstr>
      </vt:variant>
      <vt:variant>
        <vt:i4>1</vt:i4>
      </vt:variant>
      <vt:variant>
        <vt:lpstr>Заголовки слайдов</vt:lpstr>
      </vt:variant>
      <vt:variant>
        <vt:i4>10</vt:i4>
      </vt:variant>
    </vt:vector>
  </HeadingPairs>
  <TitlesOfParts>
    <vt:vector size="13" baseType="lpstr">
      <vt:lpstr>Arial</vt:lpstr>
      <vt:lpstr>Montserrat</vt:lpstr>
      <vt:lpstr>Simple Light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a13055</cp:lastModifiedBy>
  <cp:revision>1</cp:revision>
  <dcterms:modified xsi:type="dcterms:W3CDTF">2025-12-15T17:57:57Z</dcterms:modified>
</cp:coreProperties>
</file>